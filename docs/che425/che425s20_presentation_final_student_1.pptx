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68" r:id="rId13"/>
    <p:sldId id="269" r:id="rId14"/>
    <p:sldId id="266" r:id="rId15"/>
    <p:sldId id="264" r:id="rId16"/>
    <p:sldId id="262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4BC0D-9281-47F7-8E27-73223DBD211D}" v="62" dt="2020-04-22T18:30:04.7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oi, Ee Zen Kevin" userId="07c628db-9d4a-42f7-844c-a952d4f23546" providerId="ADAL" clId="{1177684C-6601-48ED-9D53-29C71067BC52}"/>
    <pc:docChg chg="custSel addSld modSld modMainMaster">
      <pc:chgData name="Ooi, Ee Zen Kevin" userId="07c628db-9d4a-42f7-844c-a952d4f23546" providerId="ADAL" clId="{1177684C-6601-48ED-9D53-29C71067BC52}" dt="2020-04-18T23:27:10.948" v="140" actId="255"/>
      <pc:docMkLst>
        <pc:docMk/>
      </pc:docMkLst>
      <pc:sldChg chg="modSp new mod">
        <pc:chgData name="Ooi, Ee Zen Kevin" userId="07c628db-9d4a-42f7-844c-a952d4f23546" providerId="ADAL" clId="{1177684C-6601-48ED-9D53-29C71067BC52}" dt="2020-04-18T23:27:10.948" v="140" actId="255"/>
        <pc:sldMkLst>
          <pc:docMk/>
          <pc:sldMk cId="2482871577" sldId="256"/>
        </pc:sldMkLst>
        <pc:spChg chg="mod">
          <ac:chgData name="Ooi, Ee Zen Kevin" userId="07c628db-9d4a-42f7-844c-a952d4f23546" providerId="ADAL" clId="{1177684C-6601-48ED-9D53-29C71067BC52}" dt="2020-04-18T23:27:10.948" v="140" actId="255"/>
          <ac:spMkLst>
            <pc:docMk/>
            <pc:sldMk cId="2482871577" sldId="256"/>
            <ac:spMk id="2" creationId="{136A2697-3B37-4002-8950-D6A3A907E3B8}"/>
          </ac:spMkLst>
        </pc:spChg>
        <pc:spChg chg="mod">
          <ac:chgData name="Ooi, Ee Zen Kevin" userId="07c628db-9d4a-42f7-844c-a952d4f23546" providerId="ADAL" clId="{1177684C-6601-48ED-9D53-29C71067BC52}" dt="2020-04-18T23:26:56.912" v="139" actId="120"/>
          <ac:spMkLst>
            <pc:docMk/>
            <pc:sldMk cId="2482871577" sldId="256"/>
            <ac:spMk id="3" creationId="{0659851C-2818-4561-8381-534635E3B01B}"/>
          </ac:spMkLst>
        </pc:spChg>
      </pc:sldChg>
      <pc:sldChg chg="modSp new mod">
        <pc:chgData name="Ooi, Ee Zen Kevin" userId="07c628db-9d4a-42f7-844c-a952d4f23546" providerId="ADAL" clId="{1177684C-6601-48ED-9D53-29C71067BC52}" dt="2020-04-18T23:23:19.192" v="62" actId="20577"/>
        <pc:sldMkLst>
          <pc:docMk/>
          <pc:sldMk cId="2943178568" sldId="257"/>
        </pc:sldMkLst>
        <pc:spChg chg="mod">
          <ac:chgData name="Ooi, Ee Zen Kevin" userId="07c628db-9d4a-42f7-844c-a952d4f23546" providerId="ADAL" clId="{1177684C-6601-48ED-9D53-29C71067BC52}" dt="2020-04-18T23:23:19.192" v="62" actId="20577"/>
          <ac:spMkLst>
            <pc:docMk/>
            <pc:sldMk cId="2943178568" sldId="257"/>
            <ac:spMk id="2" creationId="{281C2F50-539F-4785-8043-DDC952C150A5}"/>
          </ac:spMkLst>
        </pc:spChg>
      </pc:sldChg>
      <pc:sldChg chg="modSp new mod">
        <pc:chgData name="Ooi, Ee Zen Kevin" userId="07c628db-9d4a-42f7-844c-a952d4f23546" providerId="ADAL" clId="{1177684C-6601-48ED-9D53-29C71067BC52}" dt="2020-04-18T23:23:29.574" v="69" actId="20577"/>
        <pc:sldMkLst>
          <pc:docMk/>
          <pc:sldMk cId="4070896839" sldId="258"/>
        </pc:sldMkLst>
        <pc:spChg chg="mod">
          <ac:chgData name="Ooi, Ee Zen Kevin" userId="07c628db-9d4a-42f7-844c-a952d4f23546" providerId="ADAL" clId="{1177684C-6601-48ED-9D53-29C71067BC52}" dt="2020-04-18T23:23:29.574" v="69" actId="20577"/>
          <ac:spMkLst>
            <pc:docMk/>
            <pc:sldMk cId="4070896839" sldId="258"/>
            <ac:spMk id="2" creationId="{FA962300-10BF-42F0-99F8-55E5E991ACD2}"/>
          </ac:spMkLst>
        </pc:spChg>
      </pc:sldChg>
      <pc:sldChg chg="modSp new mod">
        <pc:chgData name="Ooi, Ee Zen Kevin" userId="07c628db-9d4a-42f7-844c-a952d4f23546" providerId="ADAL" clId="{1177684C-6601-48ED-9D53-29C71067BC52}" dt="2020-04-18T23:23:34.169" v="76" actId="20577"/>
        <pc:sldMkLst>
          <pc:docMk/>
          <pc:sldMk cId="2554124200" sldId="259"/>
        </pc:sldMkLst>
        <pc:spChg chg="mod">
          <ac:chgData name="Ooi, Ee Zen Kevin" userId="07c628db-9d4a-42f7-844c-a952d4f23546" providerId="ADAL" clId="{1177684C-6601-48ED-9D53-29C71067BC52}" dt="2020-04-18T23:23:34.169" v="76" actId="20577"/>
          <ac:spMkLst>
            <pc:docMk/>
            <pc:sldMk cId="2554124200" sldId="259"/>
            <ac:spMk id="2" creationId="{0406F4A1-A074-4A8C-900B-044F2BDFE379}"/>
          </ac:spMkLst>
        </pc:spChg>
      </pc:sldChg>
      <pc:sldChg chg="modSp new mod">
        <pc:chgData name="Ooi, Ee Zen Kevin" userId="07c628db-9d4a-42f7-844c-a952d4f23546" providerId="ADAL" clId="{1177684C-6601-48ED-9D53-29C71067BC52}" dt="2020-04-18T23:23:39.392" v="86" actId="20577"/>
        <pc:sldMkLst>
          <pc:docMk/>
          <pc:sldMk cId="3495480982" sldId="260"/>
        </pc:sldMkLst>
        <pc:spChg chg="mod">
          <ac:chgData name="Ooi, Ee Zen Kevin" userId="07c628db-9d4a-42f7-844c-a952d4f23546" providerId="ADAL" clId="{1177684C-6601-48ED-9D53-29C71067BC52}" dt="2020-04-18T23:23:39.392" v="86" actId="20577"/>
          <ac:spMkLst>
            <pc:docMk/>
            <pc:sldMk cId="3495480982" sldId="260"/>
            <ac:spMk id="2" creationId="{3C4161B8-9136-4119-99E0-4339E3E2F740}"/>
          </ac:spMkLst>
        </pc:spChg>
      </pc:sldChg>
      <pc:sldChg chg="modSp new mod">
        <pc:chgData name="Ooi, Ee Zen Kevin" userId="07c628db-9d4a-42f7-844c-a952d4f23546" providerId="ADAL" clId="{1177684C-6601-48ED-9D53-29C71067BC52}" dt="2020-04-18T23:23:47.217" v="100" actId="20577"/>
        <pc:sldMkLst>
          <pc:docMk/>
          <pc:sldMk cId="3680155977" sldId="261"/>
        </pc:sldMkLst>
        <pc:spChg chg="mod">
          <ac:chgData name="Ooi, Ee Zen Kevin" userId="07c628db-9d4a-42f7-844c-a952d4f23546" providerId="ADAL" clId="{1177684C-6601-48ED-9D53-29C71067BC52}" dt="2020-04-18T23:23:47.217" v="100" actId="20577"/>
          <ac:spMkLst>
            <pc:docMk/>
            <pc:sldMk cId="3680155977" sldId="261"/>
            <ac:spMk id="2" creationId="{373C0D67-55C5-4B45-B895-CCA90961F0EA}"/>
          </ac:spMkLst>
        </pc:spChg>
      </pc:sldChg>
      <pc:sldChg chg="modSp new mod">
        <pc:chgData name="Ooi, Ee Zen Kevin" userId="07c628db-9d4a-42f7-844c-a952d4f23546" providerId="ADAL" clId="{1177684C-6601-48ED-9D53-29C71067BC52}" dt="2020-04-18T23:26:04.637" v="114" actId="20577"/>
        <pc:sldMkLst>
          <pc:docMk/>
          <pc:sldMk cId="937492103" sldId="262"/>
        </pc:sldMkLst>
        <pc:spChg chg="mod">
          <ac:chgData name="Ooi, Ee Zen Kevin" userId="07c628db-9d4a-42f7-844c-a952d4f23546" providerId="ADAL" clId="{1177684C-6601-48ED-9D53-29C71067BC52}" dt="2020-04-18T23:26:04.637" v="114" actId="20577"/>
          <ac:spMkLst>
            <pc:docMk/>
            <pc:sldMk cId="937492103" sldId="262"/>
            <ac:spMk id="2" creationId="{0AC3E400-FDB7-4946-8688-AF522C68B4B3}"/>
          </ac:spMkLst>
        </pc:spChg>
      </pc:sldChg>
      <pc:sldChg chg="modSp new mod">
        <pc:chgData name="Ooi, Ee Zen Kevin" userId="07c628db-9d4a-42f7-844c-a952d4f23546" providerId="ADAL" clId="{1177684C-6601-48ED-9D53-29C71067BC52}" dt="2020-04-18T23:26:12.094" v="126" actId="20577"/>
        <pc:sldMkLst>
          <pc:docMk/>
          <pc:sldMk cId="594545847" sldId="263"/>
        </pc:sldMkLst>
        <pc:spChg chg="mod">
          <ac:chgData name="Ooi, Ee Zen Kevin" userId="07c628db-9d4a-42f7-844c-a952d4f23546" providerId="ADAL" clId="{1177684C-6601-48ED-9D53-29C71067BC52}" dt="2020-04-18T23:26:12.094" v="126" actId="20577"/>
          <ac:spMkLst>
            <pc:docMk/>
            <pc:sldMk cId="594545847" sldId="263"/>
            <ac:spMk id="2" creationId="{FB4CCAF4-B3C0-48C8-9177-0EE8F8DE6619}"/>
          </ac:spMkLst>
        </pc:spChg>
      </pc:sldChg>
      <pc:sldChg chg="modSp new mod">
        <pc:chgData name="Ooi, Ee Zen Kevin" userId="07c628db-9d4a-42f7-844c-a952d4f23546" providerId="ADAL" clId="{1177684C-6601-48ED-9D53-29C71067BC52}" dt="2020-04-18T23:26:17.257" v="130" actId="20577"/>
        <pc:sldMkLst>
          <pc:docMk/>
          <pc:sldMk cId="938566512" sldId="264"/>
        </pc:sldMkLst>
        <pc:spChg chg="mod">
          <ac:chgData name="Ooi, Ee Zen Kevin" userId="07c628db-9d4a-42f7-844c-a952d4f23546" providerId="ADAL" clId="{1177684C-6601-48ED-9D53-29C71067BC52}" dt="2020-04-18T23:26:17.257" v="130" actId="20577"/>
          <ac:spMkLst>
            <pc:docMk/>
            <pc:sldMk cId="938566512" sldId="264"/>
            <ac:spMk id="2" creationId="{E997F948-1CF3-4FE9-B083-CB23618449E6}"/>
          </ac:spMkLst>
        </pc:spChg>
      </pc:sldChg>
      <pc:sldChg chg="modSp new mod">
        <pc:chgData name="Ooi, Ee Zen Kevin" userId="07c628db-9d4a-42f7-844c-a952d4f23546" providerId="ADAL" clId="{1177684C-6601-48ED-9D53-29C71067BC52}" dt="2020-04-18T23:26:21.327" v="137" actId="20577"/>
        <pc:sldMkLst>
          <pc:docMk/>
          <pc:sldMk cId="3195109168" sldId="265"/>
        </pc:sldMkLst>
        <pc:spChg chg="mod">
          <ac:chgData name="Ooi, Ee Zen Kevin" userId="07c628db-9d4a-42f7-844c-a952d4f23546" providerId="ADAL" clId="{1177684C-6601-48ED-9D53-29C71067BC52}" dt="2020-04-18T23:26:21.327" v="137" actId="20577"/>
          <ac:spMkLst>
            <pc:docMk/>
            <pc:sldMk cId="3195109168" sldId="265"/>
            <ac:spMk id="2" creationId="{517EF2B9-E190-4D40-A0DF-C9F189682278}"/>
          </ac:spMkLst>
        </pc:spChg>
      </pc:sldChg>
      <pc:sldMasterChg chg="setBg modSldLayout">
        <pc:chgData name="Ooi, Ee Zen Kevin" userId="07c628db-9d4a-42f7-844c-a952d4f23546" providerId="ADAL" clId="{1177684C-6601-48ED-9D53-29C71067BC52}" dt="2020-04-18T23:16:06.739" v="6"/>
        <pc:sldMasterMkLst>
          <pc:docMk/>
          <pc:sldMasterMk cId="2588442482" sldId="2147483689"/>
        </pc:sldMasterMkLst>
        <pc:sldLayoutChg chg="setBg">
          <pc:chgData name="Ooi, Ee Zen Kevin" userId="07c628db-9d4a-42f7-844c-a952d4f23546" providerId="ADAL" clId="{1177684C-6601-48ED-9D53-29C71067BC52}" dt="2020-04-18T23:16:06.739" v="6"/>
          <pc:sldLayoutMkLst>
            <pc:docMk/>
            <pc:sldMasterMk cId="2588442482" sldId="2147483689"/>
            <pc:sldLayoutMk cId="124122318" sldId="2147483690"/>
          </pc:sldLayoutMkLst>
        </pc:sldLayoutChg>
        <pc:sldLayoutChg chg="setBg">
          <pc:chgData name="Ooi, Ee Zen Kevin" userId="07c628db-9d4a-42f7-844c-a952d4f23546" providerId="ADAL" clId="{1177684C-6601-48ED-9D53-29C71067BC52}" dt="2020-04-18T23:16:06.739" v="6"/>
          <pc:sldLayoutMkLst>
            <pc:docMk/>
            <pc:sldMasterMk cId="2588442482" sldId="2147483689"/>
            <pc:sldLayoutMk cId="1535760152" sldId="2147483692"/>
          </pc:sldLayoutMkLst>
        </pc:sldLayoutChg>
      </pc:sldMasterChg>
    </pc:docChg>
  </pc:docChgLst>
  <pc:docChgLst>
    <pc:chgData name="Ooi, Ee Zen Kevin" userId="07c628db-9d4a-42f7-844c-a952d4f23546" providerId="ADAL" clId="{21E4BC0D-9281-47F7-8E27-73223DBD211D}"/>
    <pc:docChg chg="undo redo custSel mod addSld delSld modSld sldOrd">
      <pc:chgData name="Ooi, Ee Zen Kevin" userId="07c628db-9d4a-42f7-844c-a952d4f23546" providerId="ADAL" clId="{21E4BC0D-9281-47F7-8E27-73223DBD211D}" dt="2020-04-22T18:31:33.835" v="6744" actId="5793"/>
      <pc:docMkLst>
        <pc:docMk/>
      </pc:docMkLst>
      <pc:sldChg chg="modSp">
        <pc:chgData name="Ooi, Ee Zen Kevin" userId="07c628db-9d4a-42f7-844c-a952d4f23546" providerId="ADAL" clId="{21E4BC0D-9281-47F7-8E27-73223DBD211D}" dt="2020-04-21T05:19:47.208" v="16" actId="255"/>
        <pc:sldMkLst>
          <pc:docMk/>
          <pc:sldMk cId="2482871577" sldId="256"/>
        </pc:sldMkLst>
        <pc:spChg chg="mod">
          <ac:chgData name="Ooi, Ee Zen Kevin" userId="07c628db-9d4a-42f7-844c-a952d4f23546" providerId="ADAL" clId="{21E4BC0D-9281-47F7-8E27-73223DBD211D}" dt="2020-04-21T05:19:47.208" v="16" actId="255"/>
          <ac:spMkLst>
            <pc:docMk/>
            <pc:sldMk cId="2482871577" sldId="256"/>
            <ac:spMk id="3" creationId="{0659851C-2818-4561-8381-534635E3B01B}"/>
          </ac:spMkLst>
        </pc:spChg>
      </pc:sldChg>
      <pc:sldChg chg="modSp">
        <pc:chgData name="Ooi, Ee Zen Kevin" userId="07c628db-9d4a-42f7-844c-a952d4f23546" providerId="ADAL" clId="{21E4BC0D-9281-47F7-8E27-73223DBD211D}" dt="2020-04-22T12:10:04.656" v="2312" actId="20577"/>
        <pc:sldMkLst>
          <pc:docMk/>
          <pc:sldMk cId="2943178568" sldId="257"/>
        </pc:sldMkLst>
        <pc:spChg chg="mod">
          <ac:chgData name="Ooi, Ee Zen Kevin" userId="07c628db-9d4a-42f7-844c-a952d4f23546" providerId="ADAL" clId="{21E4BC0D-9281-47F7-8E27-73223DBD211D}" dt="2020-04-22T12:10:04.656" v="2312" actId="20577"/>
          <ac:spMkLst>
            <pc:docMk/>
            <pc:sldMk cId="2943178568" sldId="257"/>
            <ac:spMk id="3" creationId="{D3C5C7A2-C6F5-4F88-8300-E0BC0E5C497A}"/>
          </ac:spMkLst>
        </pc:spChg>
      </pc:sldChg>
      <pc:sldChg chg="addSp delSp modSp mod setBg">
        <pc:chgData name="Ooi, Ee Zen Kevin" userId="07c628db-9d4a-42f7-844c-a952d4f23546" providerId="ADAL" clId="{21E4BC0D-9281-47F7-8E27-73223DBD211D}" dt="2020-04-22T12:12:08.679" v="2349" actId="1076"/>
        <pc:sldMkLst>
          <pc:docMk/>
          <pc:sldMk cId="4070896839" sldId="258"/>
        </pc:sldMkLst>
        <pc:spChg chg="mod">
          <ac:chgData name="Ooi, Ee Zen Kevin" userId="07c628db-9d4a-42f7-844c-a952d4f23546" providerId="ADAL" clId="{21E4BC0D-9281-47F7-8E27-73223DBD211D}" dt="2020-04-22T12:12:08.679" v="2349" actId="1076"/>
          <ac:spMkLst>
            <pc:docMk/>
            <pc:sldMk cId="4070896839" sldId="258"/>
            <ac:spMk id="2" creationId="{FA962300-10BF-42F0-99F8-55E5E991ACD2}"/>
          </ac:spMkLst>
        </pc:spChg>
        <pc:spChg chg="del">
          <ac:chgData name="Ooi, Ee Zen Kevin" userId="07c628db-9d4a-42f7-844c-a952d4f23546" providerId="ADAL" clId="{21E4BC0D-9281-47F7-8E27-73223DBD211D}" dt="2020-04-21T05:28:55.450" v="30"/>
          <ac:spMkLst>
            <pc:docMk/>
            <pc:sldMk cId="4070896839" sldId="258"/>
            <ac:spMk id="3" creationId="{F6EE77DC-60F9-48E9-8191-903FBA7AFC8B}"/>
          </ac:spMkLst>
        </pc:spChg>
        <pc:spChg chg="add del mod">
          <ac:chgData name="Ooi, Ee Zen Kevin" userId="07c628db-9d4a-42f7-844c-a952d4f23546" providerId="ADAL" clId="{21E4BC0D-9281-47F7-8E27-73223DBD211D}" dt="2020-04-22T12:10:55.136" v="2314" actId="478"/>
          <ac:spMkLst>
            <pc:docMk/>
            <pc:sldMk cId="4070896839" sldId="258"/>
            <ac:spMk id="5" creationId="{06E0F8A7-0319-4445-B4FC-115646AA6A0A}"/>
          </ac:spMkLst>
        </pc:spChg>
        <pc:spChg chg="add del">
          <ac:chgData name="Ooi, Ee Zen Kevin" userId="07c628db-9d4a-42f7-844c-a952d4f23546" providerId="ADAL" clId="{21E4BC0D-9281-47F7-8E27-73223DBD211D}" dt="2020-04-21T05:29:21.128" v="35" actId="26606"/>
          <ac:spMkLst>
            <pc:docMk/>
            <pc:sldMk cId="4070896839" sldId="258"/>
            <ac:spMk id="8" creationId="{EFE21BB8-D607-471B-A1A2-2F17B6FDD795}"/>
          </ac:spMkLst>
        </pc:spChg>
        <pc:spChg chg="add del">
          <ac:chgData name="Ooi, Ee Zen Kevin" userId="07c628db-9d4a-42f7-844c-a952d4f23546" providerId="ADAL" clId="{21E4BC0D-9281-47F7-8E27-73223DBD211D}" dt="2020-04-21T05:29:21.128" v="35" actId="26606"/>
          <ac:spMkLst>
            <pc:docMk/>
            <pc:sldMk cId="4070896839" sldId="258"/>
            <ac:spMk id="11" creationId="{B9F89C22-0475-4427-B7C8-0269AD40E3EC}"/>
          </ac:spMkLst>
        </pc:spChg>
        <pc:spChg chg="add del">
          <ac:chgData name="Ooi, Ee Zen Kevin" userId="07c628db-9d4a-42f7-844c-a952d4f23546" providerId="ADAL" clId="{21E4BC0D-9281-47F7-8E27-73223DBD211D}" dt="2020-04-21T05:29:24.242" v="37" actId="26606"/>
          <ac:spMkLst>
            <pc:docMk/>
            <pc:sldMk cId="4070896839" sldId="258"/>
            <ac:spMk id="13" creationId="{CC1026F7-DECB-49B4-A565-518BBA445471}"/>
          </ac:spMkLst>
        </pc:spChg>
        <pc:spChg chg="add del">
          <ac:chgData name="Ooi, Ee Zen Kevin" userId="07c628db-9d4a-42f7-844c-a952d4f23546" providerId="ADAL" clId="{21E4BC0D-9281-47F7-8E27-73223DBD211D}" dt="2020-04-21T05:29:24.242" v="37" actId="26606"/>
          <ac:spMkLst>
            <pc:docMk/>
            <pc:sldMk cId="4070896839" sldId="258"/>
            <ac:spMk id="14" creationId="{1D868099-6145-4BC0-A5EA-74BEF1776BA9}"/>
          </ac:spMkLst>
        </pc:spChg>
        <pc:spChg chg="add del">
          <ac:chgData name="Ooi, Ee Zen Kevin" userId="07c628db-9d4a-42f7-844c-a952d4f23546" providerId="ADAL" clId="{21E4BC0D-9281-47F7-8E27-73223DBD211D}" dt="2020-04-21T05:29:24.242" v="37" actId="26606"/>
          <ac:spMkLst>
            <pc:docMk/>
            <pc:sldMk cId="4070896839" sldId="258"/>
            <ac:spMk id="15" creationId="{BC88BF41-99E7-40B9-9419-233C95161EB9}"/>
          </ac:spMkLst>
        </pc:spChg>
        <pc:spChg chg="add del">
          <ac:chgData name="Ooi, Ee Zen Kevin" userId="07c628db-9d4a-42f7-844c-a952d4f23546" providerId="ADAL" clId="{21E4BC0D-9281-47F7-8E27-73223DBD211D}" dt="2020-04-21T05:29:27.926" v="39" actId="26606"/>
          <ac:spMkLst>
            <pc:docMk/>
            <pc:sldMk cId="4070896839" sldId="258"/>
            <ac:spMk id="17" creationId="{B9F89C22-0475-4427-B7C8-0269AD40E3EC}"/>
          </ac:spMkLst>
        </pc:spChg>
        <pc:spChg chg="add del">
          <ac:chgData name="Ooi, Ee Zen Kevin" userId="07c628db-9d4a-42f7-844c-a952d4f23546" providerId="ADAL" clId="{21E4BC0D-9281-47F7-8E27-73223DBD211D}" dt="2020-04-21T05:29:27.926" v="39" actId="26606"/>
          <ac:spMkLst>
            <pc:docMk/>
            <pc:sldMk cId="4070896839" sldId="258"/>
            <ac:spMk id="18" creationId="{EFE21BB8-D607-471B-A1A2-2F17B6FDD795}"/>
          </ac:spMkLst>
        </pc:spChg>
        <pc:spChg chg="add del mod">
          <ac:chgData name="Ooi, Ee Zen Kevin" userId="07c628db-9d4a-42f7-844c-a952d4f23546" providerId="ADAL" clId="{21E4BC0D-9281-47F7-8E27-73223DBD211D}" dt="2020-04-22T12:10:41.578" v="2313" actId="478"/>
          <ac:spMkLst>
            <pc:docMk/>
            <pc:sldMk cId="4070896839" sldId="258"/>
            <ac:spMk id="20" creationId="{481B84FD-E485-43FC-A2ED-59976A2B1A5B}"/>
          </ac:spMkLst>
        </pc:spChg>
        <pc:picChg chg="add mod">
          <ac:chgData name="Ooi, Ee Zen Kevin" userId="07c628db-9d4a-42f7-844c-a952d4f23546" providerId="ADAL" clId="{21E4BC0D-9281-47F7-8E27-73223DBD211D}" dt="2020-04-22T12:11:08.406" v="2317" actId="1076"/>
          <ac:picMkLst>
            <pc:docMk/>
            <pc:sldMk cId="4070896839" sldId="258"/>
            <ac:picMk id="4" creationId="{A77EB3B1-6E1B-41A5-98AB-B179799C035E}"/>
          </ac:picMkLst>
        </pc:picChg>
      </pc:sldChg>
      <pc:sldChg chg="addSp delSp modSp ord">
        <pc:chgData name="Ooi, Ee Zen Kevin" userId="07c628db-9d4a-42f7-844c-a952d4f23546" providerId="ADAL" clId="{21E4BC0D-9281-47F7-8E27-73223DBD211D}" dt="2020-04-22T13:55:24.258" v="4326" actId="1076"/>
        <pc:sldMkLst>
          <pc:docMk/>
          <pc:sldMk cId="2554124200" sldId="259"/>
        </pc:sldMkLst>
        <pc:spChg chg="mod">
          <ac:chgData name="Ooi, Ee Zen Kevin" userId="07c628db-9d4a-42f7-844c-a952d4f23546" providerId="ADAL" clId="{21E4BC0D-9281-47F7-8E27-73223DBD211D}" dt="2020-04-22T12:53:14.289" v="3016" actId="5793"/>
          <ac:spMkLst>
            <pc:docMk/>
            <pc:sldMk cId="2554124200" sldId="259"/>
            <ac:spMk id="3" creationId="{E2346705-D6CA-4053-BBC8-F2EA7DDB7E47}"/>
          </ac:spMkLst>
        </pc:spChg>
        <pc:picChg chg="add del mod">
          <ac:chgData name="Ooi, Ee Zen Kevin" userId="07c628db-9d4a-42f7-844c-a952d4f23546" providerId="ADAL" clId="{21E4BC0D-9281-47F7-8E27-73223DBD211D}" dt="2020-04-22T13:54:44.899" v="4315" actId="478"/>
          <ac:picMkLst>
            <pc:docMk/>
            <pc:sldMk cId="2554124200" sldId="259"/>
            <ac:picMk id="4" creationId="{A5E10E55-8D7A-4458-9A61-BAC287D11CC1}"/>
          </ac:picMkLst>
        </pc:picChg>
        <pc:picChg chg="add del mod">
          <ac:chgData name="Ooi, Ee Zen Kevin" userId="07c628db-9d4a-42f7-844c-a952d4f23546" providerId="ADAL" clId="{21E4BC0D-9281-47F7-8E27-73223DBD211D}" dt="2020-04-22T13:54:48.703" v="4318" actId="478"/>
          <ac:picMkLst>
            <pc:docMk/>
            <pc:sldMk cId="2554124200" sldId="259"/>
            <ac:picMk id="5" creationId="{A744B8C8-D542-43EF-A186-FE61850E321B}"/>
          </ac:picMkLst>
        </pc:picChg>
        <pc:picChg chg="add mod">
          <ac:chgData name="Ooi, Ee Zen Kevin" userId="07c628db-9d4a-42f7-844c-a952d4f23546" providerId="ADAL" clId="{21E4BC0D-9281-47F7-8E27-73223DBD211D}" dt="2020-04-22T13:55:24.258" v="4326" actId="1076"/>
          <ac:picMkLst>
            <pc:docMk/>
            <pc:sldMk cId="2554124200" sldId="259"/>
            <ac:picMk id="6" creationId="{BB185D63-1765-4DB6-B464-14FEBEA1FFBA}"/>
          </ac:picMkLst>
        </pc:picChg>
        <pc:picChg chg="add mod">
          <ac:chgData name="Ooi, Ee Zen Kevin" userId="07c628db-9d4a-42f7-844c-a952d4f23546" providerId="ADAL" clId="{21E4BC0D-9281-47F7-8E27-73223DBD211D}" dt="2020-04-22T13:55:24.258" v="4326" actId="1076"/>
          <ac:picMkLst>
            <pc:docMk/>
            <pc:sldMk cId="2554124200" sldId="259"/>
            <ac:picMk id="7" creationId="{1C5DA07B-92B6-430F-A97D-990328AA1652}"/>
          </ac:picMkLst>
        </pc:picChg>
      </pc:sldChg>
      <pc:sldChg chg="del">
        <pc:chgData name="Ooi, Ee Zen Kevin" userId="07c628db-9d4a-42f7-844c-a952d4f23546" providerId="ADAL" clId="{21E4BC0D-9281-47F7-8E27-73223DBD211D}" dt="2020-04-21T05:47:34.885" v="904" actId="2696"/>
        <pc:sldMkLst>
          <pc:docMk/>
          <pc:sldMk cId="3495480982" sldId="260"/>
        </pc:sldMkLst>
      </pc:sldChg>
      <pc:sldChg chg="del">
        <pc:chgData name="Ooi, Ee Zen Kevin" userId="07c628db-9d4a-42f7-844c-a952d4f23546" providerId="ADAL" clId="{21E4BC0D-9281-47F7-8E27-73223DBD211D}" dt="2020-04-22T17:05:38.250" v="5478" actId="2696"/>
        <pc:sldMkLst>
          <pc:docMk/>
          <pc:sldMk cId="3680155977" sldId="261"/>
        </pc:sldMkLst>
      </pc:sldChg>
      <pc:sldChg chg="modSp ord">
        <pc:chgData name="Ooi, Ee Zen Kevin" userId="07c628db-9d4a-42f7-844c-a952d4f23546" providerId="ADAL" clId="{21E4BC0D-9281-47F7-8E27-73223DBD211D}" dt="2020-04-22T18:29:35.439" v="6734" actId="20577"/>
        <pc:sldMkLst>
          <pc:docMk/>
          <pc:sldMk cId="937492103" sldId="262"/>
        </pc:sldMkLst>
        <pc:spChg chg="mod">
          <ac:chgData name="Ooi, Ee Zen Kevin" userId="07c628db-9d4a-42f7-844c-a952d4f23546" providerId="ADAL" clId="{21E4BC0D-9281-47F7-8E27-73223DBD211D}" dt="2020-04-22T18:26:07.317" v="6727" actId="20577"/>
          <ac:spMkLst>
            <pc:docMk/>
            <pc:sldMk cId="937492103" sldId="262"/>
            <ac:spMk id="2" creationId="{0AC3E400-FDB7-4946-8688-AF522C68B4B3}"/>
          </ac:spMkLst>
        </pc:spChg>
        <pc:spChg chg="mod">
          <ac:chgData name="Ooi, Ee Zen Kevin" userId="07c628db-9d4a-42f7-844c-a952d4f23546" providerId="ADAL" clId="{21E4BC0D-9281-47F7-8E27-73223DBD211D}" dt="2020-04-22T18:29:35.439" v="6734" actId="20577"/>
          <ac:spMkLst>
            <pc:docMk/>
            <pc:sldMk cId="937492103" sldId="262"/>
            <ac:spMk id="3" creationId="{C10D6963-6525-4147-96EA-8E5EB0CF3A2B}"/>
          </ac:spMkLst>
        </pc:spChg>
      </pc:sldChg>
      <pc:sldChg chg="del ord">
        <pc:chgData name="Ooi, Ee Zen Kevin" userId="07c628db-9d4a-42f7-844c-a952d4f23546" providerId="ADAL" clId="{21E4BC0D-9281-47F7-8E27-73223DBD211D}" dt="2020-04-22T17:52:25.034" v="5542" actId="47"/>
        <pc:sldMkLst>
          <pc:docMk/>
          <pc:sldMk cId="594545847" sldId="263"/>
        </pc:sldMkLst>
      </pc:sldChg>
      <pc:sldChg chg="modSp ord">
        <pc:chgData name="Ooi, Ee Zen Kevin" userId="07c628db-9d4a-42f7-844c-a952d4f23546" providerId="ADAL" clId="{21E4BC0D-9281-47F7-8E27-73223DBD211D}" dt="2020-04-22T18:31:33.835" v="6744" actId="5793"/>
        <pc:sldMkLst>
          <pc:docMk/>
          <pc:sldMk cId="938566512" sldId="264"/>
        </pc:sldMkLst>
        <pc:spChg chg="mod">
          <ac:chgData name="Ooi, Ee Zen Kevin" userId="07c628db-9d4a-42f7-844c-a952d4f23546" providerId="ADAL" clId="{21E4BC0D-9281-47F7-8E27-73223DBD211D}" dt="2020-04-22T18:31:33.835" v="6744" actId="5793"/>
          <ac:spMkLst>
            <pc:docMk/>
            <pc:sldMk cId="938566512" sldId="264"/>
            <ac:spMk id="3" creationId="{D78814E2-4D8A-46FF-8C1A-7D896C603165}"/>
          </ac:spMkLst>
        </pc:spChg>
      </pc:sldChg>
      <pc:sldChg chg="modSp del">
        <pc:chgData name="Ooi, Ee Zen Kevin" userId="07c628db-9d4a-42f7-844c-a952d4f23546" providerId="ADAL" clId="{21E4BC0D-9281-47F7-8E27-73223DBD211D}" dt="2020-04-22T18:02:30.942" v="5811" actId="2696"/>
        <pc:sldMkLst>
          <pc:docMk/>
          <pc:sldMk cId="3195109168" sldId="265"/>
        </pc:sldMkLst>
        <pc:spChg chg="mod">
          <ac:chgData name="Ooi, Ee Zen Kevin" userId="07c628db-9d4a-42f7-844c-a952d4f23546" providerId="ADAL" clId="{21E4BC0D-9281-47F7-8E27-73223DBD211D}" dt="2020-04-21T05:41:17.657" v="716" actId="20577"/>
          <ac:spMkLst>
            <pc:docMk/>
            <pc:sldMk cId="3195109168" sldId="265"/>
            <ac:spMk id="3" creationId="{81370634-AA7B-40BC-AFC6-B446C4953EFE}"/>
          </ac:spMkLst>
        </pc:spChg>
      </pc:sldChg>
      <pc:sldChg chg="modSp add">
        <pc:chgData name="Ooi, Ee Zen Kevin" userId="07c628db-9d4a-42f7-844c-a952d4f23546" providerId="ADAL" clId="{21E4BC0D-9281-47F7-8E27-73223DBD211D}" dt="2020-04-22T17:51:13.541" v="5497" actId="1076"/>
        <pc:sldMkLst>
          <pc:docMk/>
          <pc:sldMk cId="12843516" sldId="266"/>
        </pc:sldMkLst>
        <pc:spChg chg="mod">
          <ac:chgData name="Ooi, Ee Zen Kevin" userId="07c628db-9d4a-42f7-844c-a952d4f23546" providerId="ADAL" clId="{21E4BC0D-9281-47F7-8E27-73223DBD211D}" dt="2020-04-21T05:26:05.435" v="29" actId="20577"/>
          <ac:spMkLst>
            <pc:docMk/>
            <pc:sldMk cId="12843516" sldId="266"/>
            <ac:spMk id="2" creationId="{29FC8BDC-308E-4DD0-A8C2-A2D428B6497B}"/>
          </ac:spMkLst>
        </pc:spChg>
        <pc:spChg chg="mod">
          <ac:chgData name="Ooi, Ee Zen Kevin" userId="07c628db-9d4a-42f7-844c-a952d4f23546" providerId="ADAL" clId="{21E4BC0D-9281-47F7-8E27-73223DBD211D}" dt="2020-04-22T17:51:13.541" v="5497" actId="1076"/>
          <ac:spMkLst>
            <pc:docMk/>
            <pc:sldMk cId="12843516" sldId="266"/>
            <ac:spMk id="3" creationId="{D5501760-74D0-47E8-BC8B-9EB5517CFA27}"/>
          </ac:spMkLst>
        </pc:spChg>
      </pc:sldChg>
      <pc:sldChg chg="modSp add del">
        <pc:chgData name="Ooi, Ee Zen Kevin" userId="07c628db-9d4a-42f7-844c-a952d4f23546" providerId="ADAL" clId="{21E4BC0D-9281-47F7-8E27-73223DBD211D}" dt="2020-04-22T16:17:36.868" v="4986" actId="2696"/>
        <pc:sldMkLst>
          <pc:docMk/>
          <pc:sldMk cId="2222193047" sldId="267"/>
        </pc:sldMkLst>
        <pc:spChg chg="mod">
          <ac:chgData name="Ooi, Ee Zen Kevin" userId="07c628db-9d4a-42f7-844c-a952d4f23546" providerId="ADAL" clId="{21E4BC0D-9281-47F7-8E27-73223DBD211D}" dt="2020-04-21T05:46:34.476" v="773" actId="20577"/>
          <ac:spMkLst>
            <pc:docMk/>
            <pc:sldMk cId="2222193047" sldId="267"/>
            <ac:spMk id="2" creationId="{B3441FE3-38C0-4470-A7F5-12477C276A65}"/>
          </ac:spMkLst>
        </pc:spChg>
      </pc:sldChg>
      <pc:sldChg chg="addSp delSp modSp add">
        <pc:chgData name="Ooi, Ee Zen Kevin" userId="07c628db-9d4a-42f7-844c-a952d4f23546" providerId="ADAL" clId="{21E4BC0D-9281-47F7-8E27-73223DBD211D}" dt="2020-04-22T16:34:17.995" v="5210" actId="1076"/>
        <pc:sldMkLst>
          <pc:docMk/>
          <pc:sldMk cId="3931073380" sldId="268"/>
        </pc:sldMkLst>
        <pc:spChg chg="mod">
          <ac:chgData name="Ooi, Ee Zen Kevin" userId="07c628db-9d4a-42f7-844c-a952d4f23546" providerId="ADAL" clId="{21E4BC0D-9281-47F7-8E27-73223DBD211D}" dt="2020-04-22T16:26:36.378" v="4993" actId="20577"/>
          <ac:spMkLst>
            <pc:docMk/>
            <pc:sldMk cId="3931073380" sldId="268"/>
            <ac:spMk id="2" creationId="{7D127E52-4481-4531-89E6-73F64E822B7B}"/>
          </ac:spMkLst>
        </pc:spChg>
        <pc:spChg chg="del">
          <ac:chgData name="Ooi, Ee Zen Kevin" userId="07c628db-9d4a-42f7-844c-a952d4f23546" providerId="ADAL" clId="{21E4BC0D-9281-47F7-8E27-73223DBD211D}" dt="2020-04-22T16:27:56.785" v="4994"/>
          <ac:spMkLst>
            <pc:docMk/>
            <pc:sldMk cId="3931073380" sldId="268"/>
            <ac:spMk id="3" creationId="{29B00165-3371-460E-8DE2-8486F1234621}"/>
          </ac:spMkLst>
        </pc:spChg>
        <pc:spChg chg="add mod">
          <ac:chgData name="Ooi, Ee Zen Kevin" userId="07c628db-9d4a-42f7-844c-a952d4f23546" providerId="ADAL" clId="{21E4BC0D-9281-47F7-8E27-73223DBD211D}" dt="2020-04-22T16:34:17.995" v="5210" actId="1076"/>
          <ac:spMkLst>
            <pc:docMk/>
            <pc:sldMk cId="3931073380" sldId="268"/>
            <ac:spMk id="5" creationId="{AB9759C5-FF82-422E-947D-5A23CD004BC5}"/>
          </ac:spMkLst>
        </pc:spChg>
        <pc:picChg chg="add mod">
          <ac:chgData name="Ooi, Ee Zen Kevin" userId="07c628db-9d4a-42f7-844c-a952d4f23546" providerId="ADAL" clId="{21E4BC0D-9281-47F7-8E27-73223DBD211D}" dt="2020-04-22T16:34:13.048" v="5208" actId="14100"/>
          <ac:picMkLst>
            <pc:docMk/>
            <pc:sldMk cId="3931073380" sldId="268"/>
            <ac:picMk id="4" creationId="{AD668A67-4437-40EA-8288-7E9722FF171E}"/>
          </ac:picMkLst>
        </pc:picChg>
        <pc:picChg chg="add del mod">
          <ac:chgData name="Ooi, Ee Zen Kevin" userId="07c628db-9d4a-42f7-844c-a952d4f23546" providerId="ADAL" clId="{21E4BC0D-9281-47F7-8E27-73223DBD211D}" dt="2020-04-22T16:33:17.318" v="5199" actId="478"/>
          <ac:picMkLst>
            <pc:docMk/>
            <pc:sldMk cId="3931073380" sldId="268"/>
            <ac:picMk id="6" creationId="{4A12216D-26AE-4C26-8DA2-9651FE290ED4}"/>
          </ac:picMkLst>
        </pc:picChg>
        <pc:picChg chg="add mod">
          <ac:chgData name="Ooi, Ee Zen Kevin" userId="07c628db-9d4a-42f7-844c-a952d4f23546" providerId="ADAL" clId="{21E4BC0D-9281-47F7-8E27-73223DBD211D}" dt="2020-04-22T16:34:15.322" v="5209" actId="14100"/>
          <ac:picMkLst>
            <pc:docMk/>
            <pc:sldMk cId="3931073380" sldId="268"/>
            <ac:picMk id="7" creationId="{5C8C9B7D-74F4-41E4-A6AC-4DC9E4173DDB}"/>
          </ac:picMkLst>
        </pc:picChg>
      </pc:sldChg>
      <pc:sldChg chg="addSp delSp modSp add">
        <pc:chgData name="Ooi, Ee Zen Kevin" userId="07c628db-9d4a-42f7-844c-a952d4f23546" providerId="ADAL" clId="{21E4BC0D-9281-47F7-8E27-73223DBD211D}" dt="2020-04-22T17:01:11.858" v="5477" actId="1076"/>
        <pc:sldMkLst>
          <pc:docMk/>
          <pc:sldMk cId="1015727872" sldId="269"/>
        </pc:sldMkLst>
        <pc:spChg chg="mod">
          <ac:chgData name="Ooi, Ee Zen Kevin" userId="07c628db-9d4a-42f7-844c-a952d4f23546" providerId="ADAL" clId="{21E4BC0D-9281-47F7-8E27-73223DBD211D}" dt="2020-04-22T16:39:26.149" v="5253" actId="20577"/>
          <ac:spMkLst>
            <pc:docMk/>
            <pc:sldMk cId="1015727872" sldId="269"/>
            <ac:spMk id="2" creationId="{4F1CC0BB-5F88-4C46-BFF8-E69C10B9D97E}"/>
          </ac:spMkLst>
        </pc:spChg>
        <pc:spChg chg="del">
          <ac:chgData name="Ooi, Ee Zen Kevin" userId="07c628db-9d4a-42f7-844c-a952d4f23546" providerId="ADAL" clId="{21E4BC0D-9281-47F7-8E27-73223DBD211D}" dt="2020-04-22T16:40:10.090" v="5254"/>
          <ac:spMkLst>
            <pc:docMk/>
            <pc:sldMk cId="1015727872" sldId="269"/>
            <ac:spMk id="3" creationId="{B9C4B69C-E7FC-4636-B82B-A3BCCD67555E}"/>
          </ac:spMkLst>
        </pc:spChg>
        <pc:spChg chg="add del mod">
          <ac:chgData name="Ooi, Ee Zen Kevin" userId="07c628db-9d4a-42f7-844c-a952d4f23546" providerId="ADAL" clId="{21E4BC0D-9281-47F7-8E27-73223DBD211D}" dt="2020-04-22T16:45:09.176" v="5266"/>
          <ac:spMkLst>
            <pc:docMk/>
            <pc:sldMk cId="1015727872" sldId="269"/>
            <ac:spMk id="6" creationId="{0B04D9DB-9BB2-404F-81CD-D015CD259692}"/>
          </ac:spMkLst>
        </pc:spChg>
        <pc:spChg chg="add mod">
          <ac:chgData name="Ooi, Ee Zen Kevin" userId="07c628db-9d4a-42f7-844c-a952d4f23546" providerId="ADAL" clId="{21E4BC0D-9281-47F7-8E27-73223DBD211D}" dt="2020-04-22T17:01:11.858" v="5477" actId="1076"/>
          <ac:spMkLst>
            <pc:docMk/>
            <pc:sldMk cId="1015727872" sldId="269"/>
            <ac:spMk id="7" creationId="{65354039-4891-4929-B945-DB4282613B46}"/>
          </ac:spMkLst>
        </pc:spChg>
        <pc:picChg chg="add mod">
          <ac:chgData name="Ooi, Ee Zen Kevin" userId="07c628db-9d4a-42f7-844c-a952d4f23546" providerId="ADAL" clId="{21E4BC0D-9281-47F7-8E27-73223DBD211D}" dt="2020-04-22T16:40:26.266" v="5258" actId="14100"/>
          <ac:picMkLst>
            <pc:docMk/>
            <pc:sldMk cId="1015727872" sldId="269"/>
            <ac:picMk id="4" creationId="{543551B6-1072-4ACA-AFEF-2DDC42CF2520}"/>
          </ac:picMkLst>
        </pc:picChg>
        <pc:picChg chg="add mod">
          <ac:chgData name="Ooi, Ee Zen Kevin" userId="07c628db-9d4a-42f7-844c-a952d4f23546" providerId="ADAL" clId="{21E4BC0D-9281-47F7-8E27-73223DBD211D}" dt="2020-04-22T16:40:33.828" v="5263" actId="14100"/>
          <ac:picMkLst>
            <pc:docMk/>
            <pc:sldMk cId="1015727872" sldId="269"/>
            <ac:picMk id="5" creationId="{77E210FC-D509-41BD-9A1A-F4D5DA4013AE}"/>
          </ac:picMkLst>
        </pc:picChg>
      </pc:sldChg>
      <pc:sldChg chg="modSp add del">
        <pc:chgData name="Ooi, Ee Zen Kevin" userId="07c628db-9d4a-42f7-844c-a952d4f23546" providerId="ADAL" clId="{21E4BC0D-9281-47F7-8E27-73223DBD211D}" dt="2020-04-22T13:03:04.157" v="3017" actId="2696"/>
        <pc:sldMkLst>
          <pc:docMk/>
          <pc:sldMk cId="1174055440" sldId="270"/>
        </pc:sldMkLst>
        <pc:spChg chg="mod">
          <ac:chgData name="Ooi, Ee Zen Kevin" userId="07c628db-9d4a-42f7-844c-a952d4f23546" providerId="ADAL" clId="{21E4BC0D-9281-47F7-8E27-73223DBD211D}" dt="2020-04-21T05:48:32.005" v="1008" actId="20577"/>
          <ac:spMkLst>
            <pc:docMk/>
            <pc:sldMk cId="1174055440" sldId="270"/>
            <ac:spMk id="2" creationId="{CE009231-6D1E-4623-BC30-93CF05D3F077}"/>
          </ac:spMkLst>
        </pc:spChg>
      </pc:sldChg>
      <pc:sldChg chg="addSp delSp modSp add mod setBg">
        <pc:chgData name="Ooi, Ee Zen Kevin" userId="07c628db-9d4a-42f7-844c-a952d4f23546" providerId="ADAL" clId="{21E4BC0D-9281-47F7-8E27-73223DBD211D}" dt="2020-04-22T13:13:19.038" v="3278" actId="1076"/>
        <pc:sldMkLst>
          <pc:docMk/>
          <pc:sldMk cId="1530539229" sldId="270"/>
        </pc:sldMkLst>
        <pc:spChg chg="mod">
          <ac:chgData name="Ooi, Ee Zen Kevin" userId="07c628db-9d4a-42f7-844c-a952d4f23546" providerId="ADAL" clId="{21E4BC0D-9281-47F7-8E27-73223DBD211D}" dt="2020-04-22T13:11:14.964" v="3121" actId="20577"/>
          <ac:spMkLst>
            <pc:docMk/>
            <pc:sldMk cId="1530539229" sldId="270"/>
            <ac:spMk id="2" creationId="{7EF99F81-D097-49A8-846D-30D3A55DF63B}"/>
          </ac:spMkLst>
        </pc:spChg>
        <pc:spChg chg="del">
          <ac:chgData name="Ooi, Ee Zen Kevin" userId="07c628db-9d4a-42f7-844c-a952d4f23546" providerId="ADAL" clId="{21E4BC0D-9281-47F7-8E27-73223DBD211D}" dt="2020-04-22T13:08:30.593" v="3071"/>
          <ac:spMkLst>
            <pc:docMk/>
            <pc:sldMk cId="1530539229" sldId="270"/>
            <ac:spMk id="3" creationId="{34467BBD-DF68-422C-87DF-3ED4BD3E82ED}"/>
          </ac:spMkLst>
        </pc:spChg>
        <pc:spChg chg="add mod">
          <ac:chgData name="Ooi, Ee Zen Kevin" userId="07c628db-9d4a-42f7-844c-a952d4f23546" providerId="ADAL" clId="{21E4BC0D-9281-47F7-8E27-73223DBD211D}" dt="2020-04-22T13:13:19.038" v="3278" actId="1076"/>
          <ac:spMkLst>
            <pc:docMk/>
            <pc:sldMk cId="1530539229" sldId="270"/>
            <ac:spMk id="8" creationId="{AD772EA3-9732-4350-B560-D0DEBFA299C0}"/>
          </ac:spMkLst>
        </pc:spChg>
        <pc:spChg chg="add del">
          <ac:chgData name="Ooi, Ee Zen Kevin" userId="07c628db-9d4a-42f7-844c-a952d4f23546" providerId="ADAL" clId="{21E4BC0D-9281-47F7-8E27-73223DBD211D}" dt="2020-04-22T13:09:25.852" v="3083" actId="26606"/>
          <ac:spMkLst>
            <pc:docMk/>
            <pc:sldMk cId="1530539229" sldId="270"/>
            <ac:spMk id="13" creationId="{B9F89C22-0475-4427-B7C8-0269AD40E3EC}"/>
          </ac:spMkLst>
        </pc:spChg>
        <pc:spChg chg="add">
          <ac:chgData name="Ooi, Ee Zen Kevin" userId="07c628db-9d4a-42f7-844c-a952d4f23546" providerId="ADAL" clId="{21E4BC0D-9281-47F7-8E27-73223DBD211D}" dt="2020-04-22T13:09:25.852" v="3083" actId="26606"/>
          <ac:spMkLst>
            <pc:docMk/>
            <pc:sldMk cId="1530539229" sldId="270"/>
            <ac:spMk id="18" creationId="{B9F89C22-0475-4427-B7C8-0269AD40E3EC}"/>
          </ac:spMkLst>
        </pc:spChg>
        <pc:picChg chg="add mod">
          <ac:chgData name="Ooi, Ee Zen Kevin" userId="07c628db-9d4a-42f7-844c-a952d4f23546" providerId="ADAL" clId="{21E4BC0D-9281-47F7-8E27-73223DBD211D}" dt="2020-04-22T13:10:13.758" v="3084" actId="1076"/>
          <ac:picMkLst>
            <pc:docMk/>
            <pc:sldMk cId="1530539229" sldId="270"/>
            <ac:picMk id="4" creationId="{650C7ADD-571E-44DF-9485-F9561EB0A185}"/>
          </ac:picMkLst>
        </pc:picChg>
      </pc:sldChg>
      <pc:sldChg chg="modSp add del">
        <pc:chgData name="Ooi, Ee Zen Kevin" userId="07c628db-9d4a-42f7-844c-a952d4f23546" providerId="ADAL" clId="{21E4BC0D-9281-47F7-8E27-73223DBD211D}" dt="2020-04-21T05:48:59.936" v="1062" actId="2696"/>
        <pc:sldMkLst>
          <pc:docMk/>
          <pc:sldMk cId="1086029678" sldId="271"/>
        </pc:sldMkLst>
        <pc:spChg chg="mod">
          <ac:chgData name="Ooi, Ee Zen Kevin" userId="07c628db-9d4a-42f7-844c-a952d4f23546" providerId="ADAL" clId="{21E4BC0D-9281-47F7-8E27-73223DBD211D}" dt="2020-04-21T05:48:51.329" v="1061" actId="20577"/>
          <ac:spMkLst>
            <pc:docMk/>
            <pc:sldMk cId="1086029678" sldId="271"/>
            <ac:spMk id="2" creationId="{5D9BCE58-2856-4F8C-AFD7-7D40A03D1547}"/>
          </ac:spMkLst>
        </pc:spChg>
      </pc:sldChg>
      <pc:sldChg chg="addSp delSp modSp add mod setBg">
        <pc:chgData name="Ooi, Ee Zen Kevin" userId="07c628db-9d4a-42f7-844c-a952d4f23546" providerId="ADAL" clId="{21E4BC0D-9281-47F7-8E27-73223DBD211D}" dt="2020-04-22T13:21:25.564" v="3557" actId="1076"/>
        <pc:sldMkLst>
          <pc:docMk/>
          <pc:sldMk cId="3840977429" sldId="271"/>
        </pc:sldMkLst>
        <pc:spChg chg="mod">
          <ac:chgData name="Ooi, Ee Zen Kevin" userId="07c628db-9d4a-42f7-844c-a952d4f23546" providerId="ADAL" clId="{21E4BC0D-9281-47F7-8E27-73223DBD211D}" dt="2020-04-22T13:17:05.944" v="3333" actId="20577"/>
          <ac:spMkLst>
            <pc:docMk/>
            <pc:sldMk cId="3840977429" sldId="271"/>
            <ac:spMk id="2" creationId="{9B283FA7-8D75-47C4-B706-B974507A6369}"/>
          </ac:spMkLst>
        </pc:spChg>
        <pc:spChg chg="del">
          <ac:chgData name="Ooi, Ee Zen Kevin" userId="07c628db-9d4a-42f7-844c-a952d4f23546" providerId="ADAL" clId="{21E4BC0D-9281-47F7-8E27-73223DBD211D}" dt="2020-04-22T13:15:42.520" v="3280"/>
          <ac:spMkLst>
            <pc:docMk/>
            <pc:sldMk cId="3840977429" sldId="271"/>
            <ac:spMk id="3" creationId="{CAC2CB66-0B06-4213-8566-0E84D412886D}"/>
          </ac:spMkLst>
        </pc:spChg>
        <pc:spChg chg="add mod">
          <ac:chgData name="Ooi, Ee Zen Kevin" userId="07c628db-9d4a-42f7-844c-a952d4f23546" providerId="ADAL" clId="{21E4BC0D-9281-47F7-8E27-73223DBD211D}" dt="2020-04-22T13:21:25.564" v="3557" actId="1076"/>
          <ac:spMkLst>
            <pc:docMk/>
            <pc:sldMk cId="3840977429" sldId="271"/>
            <ac:spMk id="8" creationId="{93BF7FD2-1B5A-481D-A3C8-63C5301044A1}"/>
          </ac:spMkLst>
        </pc:spChg>
        <pc:spChg chg="add">
          <ac:chgData name="Ooi, Ee Zen Kevin" userId="07c628db-9d4a-42f7-844c-a952d4f23546" providerId="ADAL" clId="{21E4BC0D-9281-47F7-8E27-73223DBD211D}" dt="2020-04-22T13:15:47.993" v="3281" actId="26606"/>
          <ac:spMkLst>
            <pc:docMk/>
            <pc:sldMk cId="3840977429" sldId="271"/>
            <ac:spMk id="11" creationId="{B9F89C22-0475-4427-B7C8-0269AD40E3EC}"/>
          </ac:spMkLst>
        </pc:spChg>
        <pc:picChg chg="add del mod">
          <ac:chgData name="Ooi, Ee Zen Kevin" userId="07c628db-9d4a-42f7-844c-a952d4f23546" providerId="ADAL" clId="{21E4BC0D-9281-47F7-8E27-73223DBD211D}" dt="2020-04-22T13:16:02.252" v="3284" actId="478"/>
          <ac:picMkLst>
            <pc:docMk/>
            <pc:sldMk cId="3840977429" sldId="271"/>
            <ac:picMk id="4" creationId="{BE94151C-4618-4C46-BFF4-57B5443E9A18}"/>
          </ac:picMkLst>
        </pc:picChg>
        <pc:picChg chg="add mod">
          <ac:chgData name="Ooi, Ee Zen Kevin" userId="07c628db-9d4a-42f7-844c-a952d4f23546" providerId="ADAL" clId="{21E4BC0D-9281-47F7-8E27-73223DBD211D}" dt="2020-04-22T13:21:17.300" v="3554" actId="14100"/>
          <ac:picMkLst>
            <pc:docMk/>
            <pc:sldMk cId="3840977429" sldId="271"/>
            <ac:picMk id="5" creationId="{E4CD3B96-F00D-4010-9DE1-92AA910DB87F}"/>
          </ac:picMkLst>
        </pc:picChg>
        <pc:picChg chg="add mod">
          <ac:chgData name="Ooi, Ee Zen Kevin" userId="07c628db-9d4a-42f7-844c-a952d4f23546" providerId="ADAL" clId="{21E4BC0D-9281-47F7-8E27-73223DBD211D}" dt="2020-04-22T13:21:21.898" v="3556" actId="14100"/>
          <ac:picMkLst>
            <pc:docMk/>
            <pc:sldMk cId="3840977429" sldId="271"/>
            <ac:picMk id="6" creationId="{D244F419-D813-4797-8524-9097FDE87EDF}"/>
          </ac:picMkLst>
        </pc:picChg>
      </pc:sldChg>
      <pc:sldChg chg="addSp delSp modSp add mod setBg">
        <pc:chgData name="Ooi, Ee Zen Kevin" userId="07c628db-9d4a-42f7-844c-a952d4f23546" providerId="ADAL" clId="{21E4BC0D-9281-47F7-8E27-73223DBD211D}" dt="2020-04-22T13:33:45.400" v="3829" actId="1076"/>
        <pc:sldMkLst>
          <pc:docMk/>
          <pc:sldMk cId="4246004220" sldId="272"/>
        </pc:sldMkLst>
        <pc:spChg chg="del">
          <ac:chgData name="Ooi, Ee Zen Kevin" userId="07c628db-9d4a-42f7-844c-a952d4f23546" providerId="ADAL" clId="{21E4BC0D-9281-47F7-8E27-73223DBD211D}" dt="2020-04-22T13:27:44.058" v="3565" actId="478"/>
          <ac:spMkLst>
            <pc:docMk/>
            <pc:sldMk cId="4246004220" sldId="272"/>
            <ac:spMk id="2" creationId="{960C223C-15F3-4C1F-9FA6-0B0DB35838D6}"/>
          </ac:spMkLst>
        </pc:spChg>
        <pc:spChg chg="del">
          <ac:chgData name="Ooi, Ee Zen Kevin" userId="07c628db-9d4a-42f7-844c-a952d4f23546" providerId="ADAL" clId="{21E4BC0D-9281-47F7-8E27-73223DBD211D}" dt="2020-04-22T13:27:01.104" v="3559"/>
          <ac:spMkLst>
            <pc:docMk/>
            <pc:sldMk cId="4246004220" sldId="272"/>
            <ac:spMk id="3" creationId="{18E7E81E-6CBC-429D-91E2-C80EBDC52DA4}"/>
          </ac:spMkLst>
        </pc:spChg>
        <pc:spChg chg="add del mod">
          <ac:chgData name="Ooi, Ee Zen Kevin" userId="07c628db-9d4a-42f7-844c-a952d4f23546" providerId="ADAL" clId="{21E4BC0D-9281-47F7-8E27-73223DBD211D}" dt="2020-04-22T13:30:34.629" v="3582"/>
          <ac:spMkLst>
            <pc:docMk/>
            <pc:sldMk cId="4246004220" sldId="272"/>
            <ac:spMk id="5" creationId="{17972826-F6F1-4FB7-84F7-07F8C0A9DE2E}"/>
          </ac:spMkLst>
        </pc:spChg>
        <pc:spChg chg="add mod">
          <ac:chgData name="Ooi, Ee Zen Kevin" userId="07c628db-9d4a-42f7-844c-a952d4f23546" providerId="ADAL" clId="{21E4BC0D-9281-47F7-8E27-73223DBD211D}" dt="2020-04-22T13:33:45.400" v="3829" actId="1076"/>
          <ac:spMkLst>
            <pc:docMk/>
            <pc:sldMk cId="4246004220" sldId="272"/>
            <ac:spMk id="6" creationId="{4A830D08-4A25-4629-B39A-8669F350493D}"/>
          </ac:spMkLst>
        </pc:spChg>
        <pc:spChg chg="add del">
          <ac:chgData name="Ooi, Ee Zen Kevin" userId="07c628db-9d4a-42f7-844c-a952d4f23546" providerId="ADAL" clId="{21E4BC0D-9281-47F7-8E27-73223DBD211D}" dt="2020-04-22T13:29:16.339" v="3575" actId="26606"/>
          <ac:spMkLst>
            <pc:docMk/>
            <pc:sldMk cId="4246004220" sldId="272"/>
            <ac:spMk id="10" creationId="{AA6EC888-B85F-410F-B430-06583E94BEEC}"/>
          </ac:spMkLst>
        </pc:spChg>
        <pc:spChg chg="add del">
          <ac:chgData name="Ooi, Ee Zen Kevin" userId="07c628db-9d4a-42f7-844c-a952d4f23546" providerId="ADAL" clId="{21E4BC0D-9281-47F7-8E27-73223DBD211D}" dt="2020-04-22T13:29:16.339" v="3575" actId="26606"/>
          <ac:spMkLst>
            <pc:docMk/>
            <pc:sldMk cId="4246004220" sldId="272"/>
            <ac:spMk id="12" creationId="{9485DA84-CB73-4E5E-9864-2460CE28055D}"/>
          </ac:spMkLst>
        </pc:spChg>
        <pc:spChg chg="add del">
          <ac:chgData name="Ooi, Ee Zen Kevin" userId="07c628db-9d4a-42f7-844c-a952d4f23546" providerId="ADAL" clId="{21E4BC0D-9281-47F7-8E27-73223DBD211D}" dt="2020-04-22T13:29:16.339" v="3575" actId="26606"/>
          <ac:spMkLst>
            <pc:docMk/>
            <pc:sldMk cId="4246004220" sldId="272"/>
            <ac:spMk id="14" creationId="{7D49185E-361A-421B-8F2D-11C7FFC686F0}"/>
          </ac:spMkLst>
        </pc:spChg>
        <pc:spChg chg="add del">
          <ac:chgData name="Ooi, Ee Zen Kevin" userId="07c628db-9d4a-42f7-844c-a952d4f23546" providerId="ADAL" clId="{21E4BC0D-9281-47F7-8E27-73223DBD211D}" dt="2020-04-22T13:29:16.339" v="3575" actId="26606"/>
          <ac:spMkLst>
            <pc:docMk/>
            <pc:sldMk cId="4246004220" sldId="272"/>
            <ac:spMk id="16" creationId="{14B85BAA-C37F-44B4-B427-B4F10EBB4183}"/>
          </ac:spMkLst>
        </pc:spChg>
        <pc:spChg chg="add del">
          <ac:chgData name="Ooi, Ee Zen Kevin" userId="07c628db-9d4a-42f7-844c-a952d4f23546" providerId="ADAL" clId="{21E4BC0D-9281-47F7-8E27-73223DBD211D}" dt="2020-04-22T13:29:16.339" v="3575" actId="26606"/>
          <ac:spMkLst>
            <pc:docMk/>
            <pc:sldMk cId="4246004220" sldId="272"/>
            <ac:spMk id="18" creationId="{EDC4EE06-D7B4-4FAC-A561-38A1C380232A}"/>
          </ac:spMkLst>
        </pc:spChg>
        <pc:spChg chg="add del">
          <ac:chgData name="Ooi, Ee Zen Kevin" userId="07c628db-9d4a-42f7-844c-a952d4f23546" providerId="ADAL" clId="{21E4BC0D-9281-47F7-8E27-73223DBD211D}" dt="2020-04-22T13:29:16.339" v="3575" actId="26606"/>
          <ac:spMkLst>
            <pc:docMk/>
            <pc:sldMk cId="4246004220" sldId="272"/>
            <ac:spMk id="20" creationId="{9018D83B-903C-4782-B1BB-A45164A71F60}"/>
          </ac:spMkLst>
        </pc:spChg>
        <pc:spChg chg="add del">
          <ac:chgData name="Ooi, Ee Zen Kevin" userId="07c628db-9d4a-42f7-844c-a952d4f23546" providerId="ADAL" clId="{21E4BC0D-9281-47F7-8E27-73223DBD211D}" dt="2020-04-22T13:29:16.339" v="3575" actId="26606"/>
          <ac:spMkLst>
            <pc:docMk/>
            <pc:sldMk cId="4246004220" sldId="272"/>
            <ac:spMk id="22" creationId="{8785589A-A5AC-409A-B2A2-24D871B4CEF0}"/>
          </ac:spMkLst>
        </pc:spChg>
        <pc:picChg chg="add mod">
          <ac:chgData name="Ooi, Ee Zen Kevin" userId="07c628db-9d4a-42f7-844c-a952d4f23546" providerId="ADAL" clId="{21E4BC0D-9281-47F7-8E27-73223DBD211D}" dt="2020-04-22T13:33:37.995" v="3828" actId="1076"/>
          <ac:picMkLst>
            <pc:docMk/>
            <pc:sldMk cId="4246004220" sldId="272"/>
            <ac:picMk id="4" creationId="{1495DC27-06FE-469C-A7FA-8C588604F75F}"/>
          </ac:picMkLst>
        </pc:picChg>
      </pc:sldChg>
      <pc:sldChg chg="addSp delSp modSp add">
        <pc:chgData name="Ooi, Ee Zen Kevin" userId="07c628db-9d4a-42f7-844c-a952d4f23546" providerId="ADAL" clId="{21E4BC0D-9281-47F7-8E27-73223DBD211D}" dt="2020-04-22T13:44:11.754" v="4070" actId="1076"/>
        <pc:sldMkLst>
          <pc:docMk/>
          <pc:sldMk cId="2837973190" sldId="273"/>
        </pc:sldMkLst>
        <pc:spChg chg="mod">
          <ac:chgData name="Ooi, Ee Zen Kevin" userId="07c628db-9d4a-42f7-844c-a952d4f23546" providerId="ADAL" clId="{21E4BC0D-9281-47F7-8E27-73223DBD211D}" dt="2020-04-22T13:35:39.254" v="3920" actId="20577"/>
          <ac:spMkLst>
            <pc:docMk/>
            <pc:sldMk cId="2837973190" sldId="273"/>
            <ac:spMk id="2" creationId="{3FDFE86B-7A06-4C8D-975F-3BD96E2E9592}"/>
          </ac:spMkLst>
        </pc:spChg>
        <pc:spChg chg="del">
          <ac:chgData name="Ooi, Ee Zen Kevin" userId="07c628db-9d4a-42f7-844c-a952d4f23546" providerId="ADAL" clId="{21E4BC0D-9281-47F7-8E27-73223DBD211D}" dt="2020-04-22T13:40:03.455" v="3921"/>
          <ac:spMkLst>
            <pc:docMk/>
            <pc:sldMk cId="2837973190" sldId="273"/>
            <ac:spMk id="3" creationId="{C4469980-DB26-48E4-86AD-AC2523CDDEAB}"/>
          </ac:spMkLst>
        </pc:spChg>
        <pc:spChg chg="add mod">
          <ac:chgData name="Ooi, Ee Zen Kevin" userId="07c628db-9d4a-42f7-844c-a952d4f23546" providerId="ADAL" clId="{21E4BC0D-9281-47F7-8E27-73223DBD211D}" dt="2020-04-22T13:44:09.122" v="4069" actId="1076"/>
          <ac:spMkLst>
            <pc:docMk/>
            <pc:sldMk cId="2837973190" sldId="273"/>
            <ac:spMk id="5" creationId="{364C6978-CA71-4368-801B-43217D917012}"/>
          </ac:spMkLst>
        </pc:spChg>
        <pc:picChg chg="add mod">
          <ac:chgData name="Ooi, Ee Zen Kevin" userId="07c628db-9d4a-42f7-844c-a952d4f23546" providerId="ADAL" clId="{21E4BC0D-9281-47F7-8E27-73223DBD211D}" dt="2020-04-22T13:44:11.754" v="4070" actId="1076"/>
          <ac:picMkLst>
            <pc:docMk/>
            <pc:sldMk cId="2837973190" sldId="273"/>
            <ac:picMk id="4" creationId="{E41B4DF4-BF1B-4FFD-990D-5549A72BC7F1}"/>
          </ac:picMkLst>
        </pc:picChg>
      </pc:sldChg>
      <pc:sldChg chg="addSp modSp add">
        <pc:chgData name="Ooi, Ee Zen Kevin" userId="07c628db-9d4a-42f7-844c-a952d4f23546" providerId="ADAL" clId="{21E4BC0D-9281-47F7-8E27-73223DBD211D}" dt="2020-04-22T13:51:30.407" v="4314" actId="20577"/>
        <pc:sldMkLst>
          <pc:docMk/>
          <pc:sldMk cId="1025397104" sldId="274"/>
        </pc:sldMkLst>
        <pc:spChg chg="mod">
          <ac:chgData name="Ooi, Ee Zen Kevin" userId="07c628db-9d4a-42f7-844c-a952d4f23546" providerId="ADAL" clId="{21E4BC0D-9281-47F7-8E27-73223DBD211D}" dt="2020-04-22T13:51:30.407" v="4314" actId="20577"/>
          <ac:spMkLst>
            <pc:docMk/>
            <pc:sldMk cId="1025397104" sldId="274"/>
            <ac:spMk id="2" creationId="{B91D4445-D851-4F40-94D0-D6B7A782180D}"/>
          </ac:spMkLst>
        </pc:spChg>
        <pc:spChg chg="mod">
          <ac:chgData name="Ooi, Ee Zen Kevin" userId="07c628db-9d4a-42f7-844c-a952d4f23546" providerId="ADAL" clId="{21E4BC0D-9281-47F7-8E27-73223DBD211D}" dt="2020-04-22T13:50:46.803" v="4302" actId="1076"/>
          <ac:spMkLst>
            <pc:docMk/>
            <pc:sldMk cId="1025397104" sldId="274"/>
            <ac:spMk id="3" creationId="{67F3C5DC-A1DD-4326-91D3-85CAF462C928}"/>
          </ac:spMkLst>
        </pc:spChg>
        <pc:picChg chg="add mod">
          <ac:chgData name="Ooi, Ee Zen Kevin" userId="07c628db-9d4a-42f7-844c-a952d4f23546" providerId="ADAL" clId="{21E4BC0D-9281-47F7-8E27-73223DBD211D}" dt="2020-04-22T13:46:30.191" v="4084" actId="14100"/>
          <ac:picMkLst>
            <pc:docMk/>
            <pc:sldMk cId="1025397104" sldId="274"/>
            <ac:picMk id="4" creationId="{CD30403D-44F1-43BF-A18E-445A9C21301F}"/>
          </ac:picMkLst>
        </pc:picChg>
        <pc:picChg chg="add mod">
          <ac:chgData name="Ooi, Ee Zen Kevin" userId="07c628db-9d4a-42f7-844c-a952d4f23546" providerId="ADAL" clId="{21E4BC0D-9281-47F7-8E27-73223DBD211D}" dt="2020-04-22T13:46:33.284" v="4086" actId="14100"/>
          <ac:picMkLst>
            <pc:docMk/>
            <pc:sldMk cId="1025397104" sldId="274"/>
            <ac:picMk id="5" creationId="{A01856F8-FACF-40FB-81F9-DFC35268367F}"/>
          </ac:picMkLst>
        </pc:picChg>
      </pc:sldChg>
      <pc:sldChg chg="addSp delSp modSp add">
        <pc:chgData name="Ooi, Ee Zen Kevin" userId="07c628db-9d4a-42f7-844c-a952d4f23546" providerId="ADAL" clId="{21E4BC0D-9281-47F7-8E27-73223DBD211D}" dt="2020-04-22T15:43:01.656" v="4629" actId="1076"/>
        <pc:sldMkLst>
          <pc:docMk/>
          <pc:sldMk cId="156218507" sldId="275"/>
        </pc:sldMkLst>
        <pc:spChg chg="mod">
          <ac:chgData name="Ooi, Ee Zen Kevin" userId="07c628db-9d4a-42f7-844c-a952d4f23546" providerId="ADAL" clId="{21E4BC0D-9281-47F7-8E27-73223DBD211D}" dt="2020-04-22T15:38:12.343" v="4403" actId="20577"/>
          <ac:spMkLst>
            <pc:docMk/>
            <pc:sldMk cId="156218507" sldId="275"/>
            <ac:spMk id="2" creationId="{0DF5D023-9DD1-4F6C-B969-BA38D558F715}"/>
          </ac:spMkLst>
        </pc:spChg>
        <pc:spChg chg="del">
          <ac:chgData name="Ooi, Ee Zen Kevin" userId="07c628db-9d4a-42f7-844c-a952d4f23546" providerId="ADAL" clId="{21E4BC0D-9281-47F7-8E27-73223DBD211D}" dt="2020-04-22T14:14:02.940" v="4328"/>
          <ac:spMkLst>
            <pc:docMk/>
            <pc:sldMk cId="156218507" sldId="275"/>
            <ac:spMk id="3" creationId="{3FCE8B3D-70EB-4D32-86D1-B8BB14A413E2}"/>
          </ac:spMkLst>
        </pc:spChg>
        <pc:spChg chg="add mod">
          <ac:chgData name="Ooi, Ee Zen Kevin" userId="07c628db-9d4a-42f7-844c-a952d4f23546" providerId="ADAL" clId="{21E4BC0D-9281-47F7-8E27-73223DBD211D}" dt="2020-04-22T15:43:00.240" v="4628" actId="1076"/>
          <ac:spMkLst>
            <pc:docMk/>
            <pc:sldMk cId="156218507" sldId="275"/>
            <ac:spMk id="5" creationId="{4A59B1CE-41E1-41FD-9743-31AC4EFD30E8}"/>
          </ac:spMkLst>
        </pc:spChg>
        <pc:picChg chg="add mod">
          <ac:chgData name="Ooi, Ee Zen Kevin" userId="07c628db-9d4a-42f7-844c-a952d4f23546" providerId="ADAL" clId="{21E4BC0D-9281-47F7-8E27-73223DBD211D}" dt="2020-04-22T15:43:01.656" v="4629" actId="1076"/>
          <ac:picMkLst>
            <pc:docMk/>
            <pc:sldMk cId="156218507" sldId="275"/>
            <ac:picMk id="4" creationId="{833D30B8-B962-4797-9477-7AD56880BD30}"/>
          </ac:picMkLst>
        </pc:picChg>
      </pc:sldChg>
      <pc:sldChg chg="addSp delSp modSp add">
        <pc:chgData name="Ooi, Ee Zen Kevin" userId="07c628db-9d4a-42f7-844c-a952d4f23546" providerId="ADAL" clId="{21E4BC0D-9281-47F7-8E27-73223DBD211D}" dt="2020-04-22T16:17:25.454" v="4985" actId="1076"/>
        <pc:sldMkLst>
          <pc:docMk/>
          <pc:sldMk cId="3243960417" sldId="276"/>
        </pc:sldMkLst>
        <pc:spChg chg="mod">
          <ac:chgData name="Ooi, Ee Zen Kevin" userId="07c628db-9d4a-42f7-844c-a952d4f23546" providerId="ADAL" clId="{21E4BC0D-9281-47F7-8E27-73223DBD211D}" dt="2020-04-22T15:48:21.567" v="4680" actId="20577"/>
          <ac:spMkLst>
            <pc:docMk/>
            <pc:sldMk cId="3243960417" sldId="276"/>
            <ac:spMk id="2" creationId="{C8A3D9D7-804D-4C3A-9B21-19510434D25D}"/>
          </ac:spMkLst>
        </pc:spChg>
        <pc:spChg chg="del">
          <ac:chgData name="Ooi, Ee Zen Kevin" userId="07c628db-9d4a-42f7-844c-a952d4f23546" providerId="ADAL" clId="{21E4BC0D-9281-47F7-8E27-73223DBD211D}" dt="2020-04-22T15:46:17.106" v="4631"/>
          <ac:spMkLst>
            <pc:docMk/>
            <pc:sldMk cId="3243960417" sldId="276"/>
            <ac:spMk id="3" creationId="{AB669222-8958-49B3-91FB-F88F01A6BB5C}"/>
          </ac:spMkLst>
        </pc:spChg>
        <pc:spChg chg="add del mod">
          <ac:chgData name="Ooi, Ee Zen Kevin" userId="07c628db-9d4a-42f7-844c-a952d4f23546" providerId="ADAL" clId="{21E4BC0D-9281-47F7-8E27-73223DBD211D}" dt="2020-04-22T15:46:41.762" v="4634"/>
          <ac:spMkLst>
            <pc:docMk/>
            <pc:sldMk cId="3243960417" sldId="276"/>
            <ac:spMk id="6" creationId="{EF2F253A-CAC1-424E-A029-B2E653AFD8E1}"/>
          </ac:spMkLst>
        </pc:spChg>
        <pc:spChg chg="add mod">
          <ac:chgData name="Ooi, Ee Zen Kevin" userId="07c628db-9d4a-42f7-844c-a952d4f23546" providerId="ADAL" clId="{21E4BC0D-9281-47F7-8E27-73223DBD211D}" dt="2020-04-22T15:48:51.029" v="4686" actId="1076"/>
          <ac:spMkLst>
            <pc:docMk/>
            <pc:sldMk cId="3243960417" sldId="276"/>
            <ac:spMk id="8" creationId="{08F48D80-1A61-4653-A78E-E85A3A0ED72E}"/>
          </ac:spMkLst>
        </pc:spChg>
        <pc:spChg chg="add mod">
          <ac:chgData name="Ooi, Ee Zen Kevin" userId="07c628db-9d4a-42f7-844c-a952d4f23546" providerId="ADAL" clId="{21E4BC0D-9281-47F7-8E27-73223DBD211D}" dt="2020-04-22T16:17:21.345" v="4984" actId="20577"/>
          <ac:spMkLst>
            <pc:docMk/>
            <pc:sldMk cId="3243960417" sldId="276"/>
            <ac:spMk id="9" creationId="{A1678590-4628-44BE-8E09-447091C8E5B1}"/>
          </ac:spMkLst>
        </pc:spChg>
        <pc:picChg chg="add del mod">
          <ac:chgData name="Ooi, Ee Zen Kevin" userId="07c628db-9d4a-42f7-844c-a952d4f23546" providerId="ADAL" clId="{21E4BC0D-9281-47F7-8E27-73223DBD211D}" dt="2020-04-22T15:46:23.450" v="4633" actId="478"/>
          <ac:picMkLst>
            <pc:docMk/>
            <pc:sldMk cId="3243960417" sldId="276"/>
            <ac:picMk id="4" creationId="{9357906B-D6F1-46BD-B64B-91F92D32E7AE}"/>
          </ac:picMkLst>
        </pc:picChg>
        <pc:picChg chg="add mod">
          <ac:chgData name="Ooi, Ee Zen Kevin" userId="07c628db-9d4a-42f7-844c-a952d4f23546" providerId="ADAL" clId="{21E4BC0D-9281-47F7-8E27-73223DBD211D}" dt="2020-04-22T15:48:52.401" v="4687" actId="1076"/>
          <ac:picMkLst>
            <pc:docMk/>
            <pc:sldMk cId="3243960417" sldId="276"/>
            <ac:picMk id="7" creationId="{14F6989A-CE9D-4C81-BCDD-7099F9F90AA7}"/>
          </ac:picMkLst>
        </pc:picChg>
        <pc:picChg chg="add mod">
          <ac:chgData name="Ooi, Ee Zen Kevin" userId="07c628db-9d4a-42f7-844c-a952d4f23546" providerId="ADAL" clId="{21E4BC0D-9281-47F7-8E27-73223DBD211D}" dt="2020-04-22T16:17:25.454" v="4985" actId="1076"/>
          <ac:picMkLst>
            <pc:docMk/>
            <pc:sldMk cId="3243960417" sldId="276"/>
            <ac:picMk id="10" creationId="{79CA9203-DD1F-4169-866A-3538CE6A5C58}"/>
          </ac:picMkLst>
        </pc:picChg>
      </pc:sldChg>
      <pc:sldChg chg="addSp delSp modSp add">
        <pc:chgData name="Ooi, Ee Zen Kevin" userId="07c628db-9d4a-42f7-844c-a952d4f23546" providerId="ADAL" clId="{21E4BC0D-9281-47F7-8E27-73223DBD211D}" dt="2020-04-22T18:30:28.758" v="6742" actId="478"/>
        <pc:sldMkLst>
          <pc:docMk/>
          <pc:sldMk cId="3894644823" sldId="277"/>
        </pc:sldMkLst>
        <pc:spChg chg="mod">
          <ac:chgData name="Ooi, Ee Zen Kevin" userId="07c628db-9d4a-42f7-844c-a952d4f23546" providerId="ADAL" clId="{21E4BC0D-9281-47F7-8E27-73223DBD211D}" dt="2020-04-22T18:10:28.517" v="6152" actId="20577"/>
          <ac:spMkLst>
            <pc:docMk/>
            <pc:sldMk cId="3894644823" sldId="277"/>
            <ac:spMk id="2" creationId="{502B9F93-E570-49AA-AE0F-179D3A1E2465}"/>
          </ac:spMkLst>
        </pc:spChg>
        <pc:spChg chg="mod">
          <ac:chgData name="Ooi, Ee Zen Kevin" userId="07c628db-9d4a-42f7-844c-a952d4f23546" providerId="ADAL" clId="{21E4BC0D-9281-47F7-8E27-73223DBD211D}" dt="2020-04-22T18:30:16.215" v="6740" actId="14100"/>
          <ac:spMkLst>
            <pc:docMk/>
            <pc:sldMk cId="3894644823" sldId="277"/>
            <ac:spMk id="3" creationId="{F2D1D12C-CDDF-4467-B4B8-759B2A842607}"/>
          </ac:spMkLst>
        </pc:spChg>
        <pc:picChg chg="add del mod">
          <ac:chgData name="Ooi, Ee Zen Kevin" userId="07c628db-9d4a-42f7-844c-a952d4f23546" providerId="ADAL" clId="{21E4BC0D-9281-47F7-8E27-73223DBD211D}" dt="2020-04-22T18:30:28.758" v="6742" actId="478"/>
          <ac:picMkLst>
            <pc:docMk/>
            <pc:sldMk cId="3894644823" sldId="277"/>
            <ac:picMk id="4" creationId="{A5E439AD-789B-4101-948D-40E562AFAE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2E464-2E8F-4F4E-A3E0-E4410B7520EC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975AE-199C-443E-9FAA-947061E36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84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975AE-199C-443E-9FAA-947061E364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52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C6782F4-A2A6-46D9-9F95-F677CB3AA36E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EE7FFEA-9530-4A8C-97E4-90B852E2FC91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24122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782F4-A2A6-46D9-9F95-F677CB3AA36E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FFEA-9530-4A8C-97E4-90B852E2F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9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6782F4-A2A6-46D9-9F95-F677CB3AA36E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E7FFEA-9530-4A8C-97E4-90B852E2FC9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535760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782F4-A2A6-46D9-9F95-F677CB3AA36E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FFEA-9530-4A8C-97E4-90B852E2F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80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782F4-A2A6-46D9-9F95-F677CB3AA36E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FFEA-9530-4A8C-97E4-90B852E2F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10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782F4-A2A6-46D9-9F95-F677CB3AA36E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FFEA-9530-4A8C-97E4-90B852E2F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21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782F4-A2A6-46D9-9F95-F677CB3AA36E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FFEA-9530-4A8C-97E4-90B852E2F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7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6782F4-A2A6-46D9-9F95-F677CB3AA36E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E7FFEA-9530-4A8C-97E4-90B852E2FC9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4049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6782F4-A2A6-46D9-9F95-F677CB3AA36E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E7FFEA-9530-4A8C-97E4-90B852E2FC9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6412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782F4-A2A6-46D9-9F95-F677CB3AA36E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FFEA-9530-4A8C-97E4-90B852E2F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4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782F4-A2A6-46D9-9F95-F677CB3AA36E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FFEA-9530-4A8C-97E4-90B852E2F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56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C6782F4-A2A6-46D9-9F95-F677CB3AA36E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EE7FFEA-9530-4A8C-97E4-90B852E2FC9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88442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A2697-3B37-4002-8950-D6A3A907E3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sz="2400" dirty="0"/>
              <a:t>Engineering nanoparticles to locally activate T cells</a:t>
            </a:r>
            <a:br>
              <a:rPr lang="en-US" sz="2400" dirty="0"/>
            </a:br>
            <a:r>
              <a:rPr lang="en-US" sz="2400" dirty="0"/>
              <a:t>in the tumor microenvironment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9851C-2818-4561-8381-534635E3B0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400" dirty="0" err="1"/>
              <a:t>Dangge</a:t>
            </a:r>
            <a:r>
              <a:rPr lang="en-US" sz="1400" dirty="0"/>
              <a:t> Wang1,2,3, </a:t>
            </a:r>
            <a:r>
              <a:rPr lang="en-US" sz="1400" dirty="0" err="1"/>
              <a:t>Tingting</a:t>
            </a:r>
            <a:r>
              <a:rPr lang="en-US" sz="1400" dirty="0"/>
              <a:t> Wang1,3, </a:t>
            </a:r>
            <a:r>
              <a:rPr lang="en-US" sz="1400" dirty="0" err="1"/>
              <a:t>Haijun</a:t>
            </a:r>
            <a:r>
              <a:rPr lang="en-US" sz="1400" dirty="0"/>
              <a:t> Yu1,2*, Bing Feng1,3, Lei Zhou1 , </a:t>
            </a:r>
            <a:r>
              <a:rPr lang="en-US" sz="1400" dirty="0" err="1"/>
              <a:t>Fangyuan</a:t>
            </a:r>
            <a:r>
              <a:rPr lang="en-US" sz="1400" dirty="0"/>
              <a:t> Zhou1 , Bo Hou1 , </a:t>
            </a:r>
            <a:r>
              <a:rPr lang="en-US" sz="1400" dirty="0" err="1"/>
              <a:t>Hanwu</a:t>
            </a:r>
            <a:r>
              <a:rPr lang="en-US" sz="1400" dirty="0"/>
              <a:t> Zhang1 , Min Luo4 , </a:t>
            </a:r>
            <a:r>
              <a:rPr lang="en-US" sz="1400" dirty="0" err="1"/>
              <a:t>Yaping</a:t>
            </a:r>
            <a:r>
              <a:rPr lang="en-US" sz="1400" dirty="0"/>
              <a:t> Li1,5* </a:t>
            </a:r>
          </a:p>
        </p:txBody>
      </p:sp>
    </p:spTree>
    <p:extLst>
      <p:ext uri="{BB962C8B-B14F-4D97-AF65-F5344CB8AC3E}">
        <p14:creationId xmlns:p14="http://schemas.microsoft.com/office/powerpoint/2010/main" val="2482871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C2F50-539F-4785-8043-DDC952C15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5C7A2-C6F5-4F88-8300-E0BC0E5C4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84421"/>
            <a:ext cx="9601200" cy="418297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Immune checkpoint blockade (ICB) therapy uses anti PDL1 antibodies (aPDL1) to target PDL1 in tumor cells</a:t>
            </a:r>
          </a:p>
          <a:p>
            <a:r>
              <a:rPr lang="en-US" dirty="0"/>
              <a:t>Problems with ICB:</a:t>
            </a:r>
          </a:p>
          <a:p>
            <a:pPr lvl="1"/>
            <a:r>
              <a:rPr lang="en-US" dirty="0"/>
              <a:t>Immunological tolerance of tumors</a:t>
            </a:r>
          </a:p>
          <a:p>
            <a:pPr lvl="1"/>
            <a:r>
              <a:rPr lang="en-US" dirty="0"/>
              <a:t>“on-target but off-tumor binding” with normal tissues </a:t>
            </a:r>
          </a:p>
          <a:p>
            <a:pPr lvl="1"/>
            <a:r>
              <a:rPr lang="en-US" dirty="0"/>
              <a:t>Effective only for primary tumor therapies</a:t>
            </a:r>
          </a:p>
          <a:p>
            <a:r>
              <a:rPr lang="en-US" dirty="0"/>
              <a:t>Proposed MMP-2 sensitive aPDL1/ICG-based nanoparticle (S-aPDL1/ICG@NP)</a:t>
            </a:r>
          </a:p>
          <a:p>
            <a:pPr lvl="1"/>
            <a:r>
              <a:rPr lang="en-US" dirty="0"/>
              <a:t>Stable in blood circulation</a:t>
            </a:r>
          </a:p>
          <a:p>
            <a:pPr lvl="1"/>
            <a:r>
              <a:rPr lang="en-US" dirty="0"/>
              <a:t>Passively accumulates at tumor site</a:t>
            </a:r>
          </a:p>
          <a:p>
            <a:pPr lvl="1"/>
            <a:r>
              <a:rPr lang="en-US" dirty="0"/>
              <a:t>Highly specific </a:t>
            </a:r>
          </a:p>
          <a:p>
            <a:r>
              <a:rPr lang="en-US" dirty="0"/>
              <a:t>Combined with PDT to promote CTLs infiltration </a:t>
            </a:r>
          </a:p>
        </p:txBody>
      </p:sp>
    </p:spTree>
    <p:extLst>
      <p:ext uri="{BB962C8B-B14F-4D97-AF65-F5344CB8AC3E}">
        <p14:creationId xmlns:p14="http://schemas.microsoft.com/office/powerpoint/2010/main" val="2943178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62300-10BF-42F0-99F8-55E5E991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454" y="421849"/>
            <a:ext cx="9855724" cy="1485900"/>
          </a:xfrm>
        </p:spPr>
        <p:txBody>
          <a:bodyPr>
            <a:normAutofit/>
          </a:bodyPr>
          <a:lstStyle/>
          <a:p>
            <a:r>
              <a:rPr lang="en-US" dirty="0"/>
              <a:t>Engineering of S-aPDL1/ICG@NP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7EB3B1-6E1B-41A5-98AB-B179799C0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42" y="1380703"/>
            <a:ext cx="8052938" cy="479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896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6F4A1-A074-4A8C-900B-044F2BDFE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46705-D6CA-4053-BBC8-F2EA7DDB7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5029200" cy="45339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Good Serum stability :</a:t>
            </a:r>
          </a:p>
          <a:p>
            <a:pPr lvl="1"/>
            <a:r>
              <a:rPr lang="en-US" dirty="0"/>
              <a:t>Only 12% of aPDL1 released in 10% BSA solution</a:t>
            </a:r>
          </a:p>
          <a:p>
            <a:pPr marL="530352" lvl="1" indent="0">
              <a:buNone/>
            </a:pPr>
            <a:endParaRPr lang="en-US" dirty="0"/>
          </a:p>
          <a:p>
            <a:r>
              <a:rPr lang="en-US" dirty="0"/>
              <a:t>Satisfactory stability against enzyme degradation of aPDL1 :</a:t>
            </a:r>
          </a:p>
          <a:p>
            <a:pPr lvl="1"/>
            <a:r>
              <a:rPr lang="en-US" dirty="0"/>
              <a:t>&lt;10% of aPDL1 degraded by proteinase K </a:t>
            </a:r>
          </a:p>
          <a:p>
            <a:pPr marL="530352" lvl="1" indent="0">
              <a:buNone/>
            </a:pPr>
            <a:endParaRPr lang="en-US" dirty="0"/>
          </a:p>
          <a:p>
            <a:r>
              <a:rPr lang="en-US" dirty="0"/>
              <a:t>aPDL1 release in tumor microenvironment :</a:t>
            </a:r>
          </a:p>
          <a:p>
            <a:pPr lvl="1"/>
            <a:r>
              <a:rPr lang="en-US" dirty="0"/>
              <a:t>Avoid antibody leakage</a:t>
            </a:r>
          </a:p>
          <a:p>
            <a:pPr lvl="1"/>
            <a:r>
              <a:rPr lang="en-US" dirty="0"/>
              <a:t>Activated at tumor site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185D63-1765-4DB6-B464-14FEBEA1F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986" y="1241578"/>
            <a:ext cx="3293414" cy="25550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5DA07B-92B6-430F-A97D-990328AA1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986" y="3737175"/>
            <a:ext cx="3304412" cy="262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124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9F81-D097-49A8-846D-30D3A55DF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dirty="0"/>
              <a:t>Pharmacokinetic profile in vivo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D772EA3-9732-4350-B560-D0DEBFA29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87" y="3106132"/>
            <a:ext cx="5072437" cy="1143000"/>
          </a:xfrm>
        </p:spPr>
        <p:txBody>
          <a:bodyPr>
            <a:normAutofit/>
          </a:bodyPr>
          <a:lstStyle/>
          <a:p>
            <a:r>
              <a:rPr lang="en-US" sz="1800" dirty="0"/>
              <a:t>Conducted on rats using rhodamine B (</a:t>
            </a:r>
            <a:r>
              <a:rPr lang="en-US" sz="1800" dirty="0" err="1"/>
              <a:t>Rb</a:t>
            </a:r>
            <a:r>
              <a:rPr lang="en-US" sz="1800" dirty="0"/>
              <a:t>)-labeled IgG-based nanocomplexes</a:t>
            </a:r>
          </a:p>
          <a:p>
            <a:r>
              <a:rPr lang="en-US" sz="1800" dirty="0"/>
              <a:t>Quick blood clearance of nanoparticles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0C7ADD-571E-44DF-9485-F9561EB0A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725" y="2286000"/>
            <a:ext cx="4903276" cy="354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539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3FA7-8D75-47C4-B706-B974507A6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dirty="0"/>
              <a:t>Biodistribution in tumor-bearing mice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BF7FD2-1B5A-481D-A3C8-63C530104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9672" y="2590800"/>
            <a:ext cx="5072437" cy="3581400"/>
          </a:xfrm>
        </p:spPr>
        <p:txBody>
          <a:bodyPr>
            <a:normAutofit/>
          </a:bodyPr>
          <a:lstStyle/>
          <a:p>
            <a:r>
              <a:rPr lang="en-US" sz="1800" dirty="0"/>
              <a:t>Free aPDL1 non-specifically distributed </a:t>
            </a:r>
          </a:p>
          <a:p>
            <a:r>
              <a:rPr lang="en-US" sz="1800" dirty="0"/>
              <a:t>S-aPDL1/ICG@NP specifically accumulated at tumor sites </a:t>
            </a:r>
          </a:p>
          <a:p>
            <a:r>
              <a:rPr lang="en-US" sz="1800" dirty="0"/>
              <a:t>Increased intratumor accumulation and retention due to MMP-2 mediated activation of the nanoparticle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D3B96-F00D-4010-9DE1-92AA910DB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811" y="1926077"/>
            <a:ext cx="2959321" cy="21585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44F419-D813-4797-8524-9097FDE87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811" y="4084642"/>
            <a:ext cx="2959321" cy="23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77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95DC27-06FE-469C-A7FA-8C588604F7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0072" y="1059334"/>
            <a:ext cx="7791855" cy="40615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830D08-4A25-4629-B39A-8669F350493D}"/>
              </a:ext>
            </a:extLst>
          </p:cNvPr>
          <p:cNvSpPr txBox="1"/>
          <p:nvPr/>
        </p:nvSpPr>
        <p:spPr>
          <a:xfrm>
            <a:off x="1197204" y="5475500"/>
            <a:ext cx="10661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Accumulation of aPDL1 in liver could cause immune-related adverse effects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PEG shells of nanoparticle weaken interaction between the compressed antibodies and PDL1 in livers</a:t>
            </a:r>
          </a:p>
        </p:txBody>
      </p:sp>
    </p:spTree>
    <p:extLst>
      <p:ext uri="{BB962C8B-B14F-4D97-AF65-F5344CB8AC3E}">
        <p14:creationId xmlns:p14="http://schemas.microsoft.com/office/powerpoint/2010/main" val="4246004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FE86B-7A06-4C8D-975F-3BD96E2E9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Overcoming limited tumor penetration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1B4DF4-BF1B-4FFD-990D-5549A72BC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3212" y="3429000"/>
            <a:ext cx="9735136" cy="15883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4C6978-CA71-4368-801B-43217D917012}"/>
              </a:ext>
            </a:extLst>
          </p:cNvPr>
          <p:cNvSpPr txBox="1"/>
          <p:nvPr/>
        </p:nvSpPr>
        <p:spPr>
          <a:xfrm>
            <a:off x="1219200" y="2262433"/>
            <a:ext cx="1025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Result from tumor burden / load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Released aPDL1 from S-aPDL1/ICG@NP facilitated deep tumor penetration </a:t>
            </a:r>
          </a:p>
        </p:txBody>
      </p:sp>
    </p:spTree>
    <p:extLst>
      <p:ext uri="{BB962C8B-B14F-4D97-AF65-F5344CB8AC3E}">
        <p14:creationId xmlns:p14="http://schemas.microsoft.com/office/powerpoint/2010/main" val="2837973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D4445-D851-4F40-94D0-D6B7A782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lymph nodes targeting for lymphatic metastasis tumors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3C5DC-A1DD-4326-91D3-85CAF462C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7588" y="3068425"/>
            <a:ext cx="6196519" cy="3581400"/>
          </a:xfrm>
        </p:spPr>
        <p:txBody>
          <a:bodyPr/>
          <a:lstStyle/>
          <a:p>
            <a:r>
              <a:rPr lang="en-US" dirty="0"/>
              <a:t>Footpad injection to deliver nanoparticles to the lymphatic metastasis tumors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High accumulation of S-aPDL1/ICG@NP at lymphatic systems (strong fluorescence signals)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30403D-44F1-43BF-A18E-445A9C213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758" y="2286000"/>
            <a:ext cx="2896300" cy="19163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1856F8-FACF-40FB-81F9-DFC352683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57" y="4316649"/>
            <a:ext cx="2896299" cy="242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97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5D023-9DD1-4F6C-B969-BA38D558F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dendritic cells in antitumor immune response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3D30B8-B962-4797-9477-7AD56880B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7106" y="2710813"/>
            <a:ext cx="4877344" cy="25016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59B1CE-41E1-41FD-9743-31AC4EFD30E8}"/>
              </a:ext>
            </a:extLst>
          </p:cNvPr>
          <p:cNvSpPr txBox="1"/>
          <p:nvPr/>
        </p:nvSpPr>
        <p:spPr>
          <a:xfrm>
            <a:off x="1599415" y="2945954"/>
            <a:ext cx="44965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Dendritic cells (DCs) digests/proteolyzes antigen and loads to MHC-1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TCR on CD8+ cells recognizes it and proliferates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Cytotoxic T lymphocytes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8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3D9D7-804D-4C3A-9B21-19510434D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Acceleration on DC maturation in vivo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F6989A-CE9D-4C81-BCDD-7099F9F90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2200" y="2015041"/>
            <a:ext cx="5326842" cy="30863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F48D80-1A61-4653-A78E-E85A3A0ED72E}"/>
              </a:ext>
            </a:extLst>
          </p:cNvPr>
          <p:cNvSpPr txBox="1"/>
          <p:nvPr/>
        </p:nvSpPr>
        <p:spPr>
          <a:xfrm>
            <a:off x="6172200" y="5288438"/>
            <a:ext cx="55453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(B) Maturation of DCs in tumors after treatments [1#, PBS; 2#, aPDL1; 3#, S-ICG@NP; 4#, S-ICG@NP + laser (S-ICG@NP+L); 5#, aPDL1/ICG@NP; 6#, aPDL1/ICG@NP + laser; 7#, S-aPDL1/ICG@NP; 8#, S-aPDL1/ICG@NP + laser; laser power density, 1.2 W/cm2 ; n = 3)]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678590-4628-44BE-8E09-447091C8E5B1}"/>
              </a:ext>
            </a:extLst>
          </p:cNvPr>
          <p:cNvSpPr txBox="1"/>
          <p:nvPr/>
        </p:nvSpPr>
        <p:spPr>
          <a:xfrm>
            <a:off x="1219200" y="1823979"/>
            <a:ext cx="47699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Influence of PDT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Illuminated tumors with laser and harvested 3 days after treatment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Influence of aPDL1 on immune response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Conclusion: S-aPDL1/ICG@NP + PDT induces maturation of DCs &amp; robust CD8+ T cell infiltration -&gt; antitumor immunity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CA9203-DD1F-4169-866A-3538CE6A5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81" y="4427122"/>
            <a:ext cx="2563199" cy="203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60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27E52-4481-4531-89E6-73F64E822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Immune memory effects in vivo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668A67-4437-40EA-8288-7E9722FF1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7621" y="1492750"/>
            <a:ext cx="3412883" cy="23795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9759C5-FF82-422E-947D-5A23CD004BC5}"/>
              </a:ext>
            </a:extLst>
          </p:cNvPr>
          <p:cNvSpPr txBox="1"/>
          <p:nvPr/>
        </p:nvSpPr>
        <p:spPr>
          <a:xfrm>
            <a:off x="1725588" y="2720600"/>
            <a:ext cx="49158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Frequency of central memory T-cells in LNs was examined 25 days after initial treatment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ICB Therapy + PDT induces long term immune memory effect for immunotherapy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8C9B7D-74F4-41E4-A6AC-4DC9E4173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621" y="3949412"/>
            <a:ext cx="3412883" cy="263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073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CC0BB-5F88-4C46-BFF8-E69C10B9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ICB therapy + PDT for tumor metastasis in LNs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3551B6-1072-4ACA-AFEF-2DDC42CF2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4945" y="1724063"/>
            <a:ext cx="3010971" cy="2264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E210FC-D509-41BD-9A1A-F4D5DA401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945" y="4026072"/>
            <a:ext cx="3010971" cy="19290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354039-4891-4929-B945-DB4282613B46}"/>
              </a:ext>
            </a:extLst>
          </p:cNvPr>
          <p:cNvSpPr txBox="1"/>
          <p:nvPr/>
        </p:nvSpPr>
        <p:spPr>
          <a:xfrm>
            <a:off x="1556084" y="2787130"/>
            <a:ext cx="50049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Inhibits tumor metastasis to LNs with S-aPDL1/ICG@NP + laser at popliteal LN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Activates an immune response to kill metastatic cancer cells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High LN specificity</a:t>
            </a:r>
          </a:p>
        </p:txBody>
      </p:sp>
    </p:spTree>
    <p:extLst>
      <p:ext uri="{BB962C8B-B14F-4D97-AF65-F5344CB8AC3E}">
        <p14:creationId xmlns:p14="http://schemas.microsoft.com/office/powerpoint/2010/main" val="1015727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C8BDC-308E-4DD0-A8C2-A2D428B64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01760-74D0-47E8-BC8B-9EB5517CF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069432"/>
            <a:ext cx="9601200" cy="4102768"/>
          </a:xfrm>
        </p:spPr>
        <p:txBody>
          <a:bodyPr/>
          <a:lstStyle/>
          <a:p>
            <a:r>
              <a:rPr lang="en-US" dirty="0"/>
              <a:t>Limitation of NIR laser delivery (need special endoscope) for PDT treatment</a:t>
            </a:r>
          </a:p>
          <a:p>
            <a:r>
              <a:rPr lang="en-US" dirty="0"/>
              <a:t>Highly dependent of MMP-2 expression by tumor</a:t>
            </a:r>
          </a:p>
          <a:p>
            <a:r>
              <a:rPr lang="en-US" dirty="0"/>
              <a:t>Possibility of aPDL1@NPs suppressing immune-related adverse events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3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7F948-1CF3-4FE9-B083-CB236184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814E2-4D8A-46FF-8C1A-7D896C603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how aPDL1 nanoparticles interact with tumor microenvironment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Need improved design for diverse set of solid tumors, especially deep tumors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566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E400-FDB7-4946-8688-AF522C68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D6963-6525-4147-96EA-8E5EB0CF3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conjugation of immunofluorescence with PDL1 antibodies will aid in understanding of the interaction of S-aPDL1/ICG@NP with tumor microenvironment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Direct immunofluorescence is used here to visualize the action of the antibodies during the process, which can be further studied to improve the design of the nanoplatform</a:t>
            </a:r>
          </a:p>
        </p:txBody>
      </p:sp>
    </p:spTree>
    <p:extLst>
      <p:ext uri="{BB962C8B-B14F-4D97-AF65-F5344CB8AC3E}">
        <p14:creationId xmlns:p14="http://schemas.microsoft.com/office/powerpoint/2010/main" val="937492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9F93-E570-49AA-AE0F-179D3A1E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1D12C-CDDF-4467-B4B8-759B2A842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86000"/>
            <a:ext cx="10478734" cy="3581400"/>
          </a:xfrm>
        </p:spPr>
        <p:txBody>
          <a:bodyPr/>
          <a:lstStyle/>
          <a:p>
            <a:r>
              <a:rPr lang="en-US" dirty="0"/>
              <a:t>Conjugate antibodies with fluorescent dye such as fluorescein isothiocyanate (FITC)</a:t>
            </a:r>
          </a:p>
          <a:p>
            <a:endParaRPr lang="en-US" dirty="0"/>
          </a:p>
          <a:p>
            <a:r>
              <a:rPr lang="en-US" dirty="0"/>
              <a:t>Incorporate the marked PDL1 antibodies into the nanoplatform with the same procedure</a:t>
            </a:r>
          </a:p>
          <a:p>
            <a:endParaRPr lang="en-US" dirty="0"/>
          </a:p>
          <a:p>
            <a:r>
              <a:rPr lang="en-US" dirty="0"/>
              <a:t>Once systemically administered, exposure to light through PDT will excite the fluorescent dye on the antibody, which can be observed for further studies</a:t>
            </a:r>
          </a:p>
        </p:txBody>
      </p:sp>
    </p:spTree>
    <p:extLst>
      <p:ext uri="{BB962C8B-B14F-4D97-AF65-F5344CB8AC3E}">
        <p14:creationId xmlns:p14="http://schemas.microsoft.com/office/powerpoint/2010/main" val="389464482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ustom 1">
      <a:dk1>
        <a:sysClr val="windowText" lastClr="000000"/>
      </a:dk1>
      <a:lt1>
        <a:sysClr val="window" lastClr="FFFFFF"/>
      </a:lt1>
      <a:dk2>
        <a:srgbClr val="191B0E"/>
      </a:dk2>
      <a:lt2>
        <a:srgbClr val="FFFFFF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699</Words>
  <Application>Microsoft Office PowerPoint</Application>
  <PresentationFormat>Widescreen</PresentationFormat>
  <Paragraphs>84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Calibri</vt:lpstr>
      <vt:lpstr>Franklin Gothic Book</vt:lpstr>
      <vt:lpstr>Wingdings</vt:lpstr>
      <vt:lpstr>Crop</vt:lpstr>
      <vt:lpstr>Engineering nanoparticles to locally activate T cells in the tumor microenvironment</vt:lpstr>
      <vt:lpstr>Introduction  </vt:lpstr>
      <vt:lpstr>Engineering of S-aPDL1/ICG@NP </vt:lpstr>
      <vt:lpstr>Results</vt:lpstr>
      <vt:lpstr>Pharmacokinetic profile in vivo</vt:lpstr>
      <vt:lpstr>Biodistribution in tumor-bearing mice </vt:lpstr>
      <vt:lpstr>PowerPoint Presentation</vt:lpstr>
      <vt:lpstr>Overcoming limited tumor penetration</vt:lpstr>
      <vt:lpstr>Potential lymph nodes targeting for lymphatic metastasis tumors</vt:lpstr>
      <vt:lpstr>Role of dendritic cells in antitumor immune response</vt:lpstr>
      <vt:lpstr>Acceleration on DC maturation in vivo</vt:lpstr>
      <vt:lpstr>Immune memory effects in vivo</vt:lpstr>
      <vt:lpstr>ICB therapy + PDT for tumor metastasis in LNs</vt:lpstr>
      <vt:lpstr>Challenges</vt:lpstr>
      <vt:lpstr>Aims</vt:lpstr>
      <vt:lpstr>Hypothesis</vt:lpstr>
      <vt:lpstr>Method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nanoparticles to locally activate T cells in the tumor microenvironment</dc:title>
  <dc:creator>Kevin Ooi</dc:creator>
  <cp:lastModifiedBy>Kevin Ooi</cp:lastModifiedBy>
  <cp:revision>1</cp:revision>
  <dcterms:created xsi:type="dcterms:W3CDTF">2020-04-22T13:15:47Z</dcterms:created>
  <dcterms:modified xsi:type="dcterms:W3CDTF">2020-04-22T18:31:42Z</dcterms:modified>
</cp:coreProperties>
</file>